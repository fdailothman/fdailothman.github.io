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9"/>
  </p:notesMasterIdLst>
  <p:sldIdLst>
    <p:sldId id="291" r:id="rId2"/>
    <p:sldId id="256" r:id="rId3"/>
    <p:sldId id="260" r:id="rId4"/>
    <p:sldId id="258" r:id="rId5"/>
    <p:sldId id="259" r:id="rId6"/>
    <p:sldId id="257" r:id="rId7"/>
    <p:sldId id="261" r:id="rId8"/>
  </p:sldIdLst>
  <p:sldSz cx="9144000" cy="5143500" type="screen16x9"/>
  <p:notesSz cx="6858000" cy="9144000"/>
  <p:embeddedFontLst>
    <p:embeddedFont>
      <p:font typeface="Bebas Neue" panose="020B0606020202050201" pitchFamily="34" charset="0"/>
      <p:regular r:id="rId10"/>
    </p:embeddedFont>
    <p:embeddedFont>
      <p:font typeface="Fira Sans Extra Condensed SemiBold" panose="020B0604020202020204" charset="0"/>
      <p:regular r:id="rId11"/>
      <p:bold r:id="rId12"/>
      <p:italic r:id="rId13"/>
      <p:boldItalic r:id="rId14"/>
    </p:embeddedFont>
    <p:embeddedFont>
      <p:font typeface="Georgia" panose="02040502050405020303" pitchFamily="18" charset="0"/>
      <p:regular r:id="rId15"/>
      <p:bold r:id="rId16"/>
      <p:italic r:id="rId17"/>
      <p:boldItalic r:id="rId18"/>
    </p:embeddedFont>
    <p:embeddedFont>
      <p:font typeface="Roboto" panose="02000000000000000000" pitchFamily="2"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288">
          <p15:clr>
            <a:srgbClr val="9AA0A6"/>
          </p15:clr>
        </p15:guide>
        <p15:guide id="2" orient="horz" pos="792">
          <p15:clr>
            <a:srgbClr val="9AA0A6"/>
          </p15:clr>
        </p15:guide>
        <p15:guide id="3" orient="horz" pos="2577">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E3817C5-EF84-41E9-8CF8-24BB9E476ECF}">
  <a:tblStyle styleId="{3E3817C5-EF84-41E9-8CF8-24BB9E476EC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279" autoAdjust="0"/>
    <p:restoredTop sz="94660"/>
  </p:normalViewPr>
  <p:slideViewPr>
    <p:cSldViewPr snapToGrid="0">
      <p:cViewPr varScale="1">
        <p:scale>
          <a:sx n="67" d="100"/>
          <a:sy n="67" d="100"/>
        </p:scale>
        <p:origin x="1404" y="60"/>
      </p:cViewPr>
      <p:guideLst>
        <p:guide pos="288"/>
        <p:guide orient="horz" pos="792"/>
        <p:guide orient="horz" pos="257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presProps" Target="presProps.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10c889215b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0c889215b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g10e3e7ab806_0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0" name="Google Shape;590;g10e3e7ab806_0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10e3e7ab806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3" name="Google Shape;373;g10e3e7ab806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10e3e7ab806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0" name="Google Shape;440;g10e3e7ab806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10d1e0b0dc7_0_5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10d1e0b0dc7_0_5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g10e3e7ab806_0_2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0" name="Google Shape;670;g10e3e7ab806_0_2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917984" y="1237763"/>
            <a:ext cx="3677700" cy="2256300"/>
          </a:xfrm>
          <a:prstGeom prst="rect">
            <a:avLst/>
          </a:prstGeom>
        </p:spPr>
        <p:txBody>
          <a:bodyPr spcFirstLastPara="1" wrap="square" lIns="91425" tIns="91425" rIns="91425" bIns="91425" anchor="ctr" anchorCtr="0">
            <a:noAutofit/>
          </a:bodyPr>
          <a:lstStyle>
            <a:lvl1pPr lvl="0">
              <a:lnSpc>
                <a:spcPct val="90000"/>
              </a:lnSpc>
              <a:spcBef>
                <a:spcPts val="0"/>
              </a:spcBef>
              <a:spcAft>
                <a:spcPts val="0"/>
              </a:spcAft>
              <a:buClr>
                <a:srgbClr val="191919"/>
              </a:buClr>
              <a:buSzPts val="5200"/>
              <a:buNone/>
              <a:defRPr sz="5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917984" y="3496238"/>
            <a:ext cx="3677700" cy="4095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720000" y="2179625"/>
            <a:ext cx="77040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3" name="Google Shape;13;p3"/>
          <p:cNvSpPr txBox="1">
            <a:spLocks noGrp="1"/>
          </p:cNvSpPr>
          <p:nvPr>
            <p:ph type="title" idx="2" hasCustomPrompt="1"/>
          </p:nvPr>
        </p:nvSpPr>
        <p:spPr>
          <a:xfrm>
            <a:off x="2996550" y="1337825"/>
            <a:ext cx="31509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4" name="Google Shape;14;p3"/>
          <p:cNvSpPr txBox="1">
            <a:spLocks noGrp="1"/>
          </p:cNvSpPr>
          <p:nvPr>
            <p:ph type="subTitle" idx="1"/>
          </p:nvPr>
        </p:nvSpPr>
        <p:spPr>
          <a:xfrm>
            <a:off x="2391925" y="3132175"/>
            <a:ext cx="4360200" cy="713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7" name="Google Shape;17;p4"/>
          <p:cNvSpPr txBox="1">
            <a:spLocks noGrp="1"/>
          </p:cNvSpPr>
          <p:nvPr>
            <p:ph type="body" idx="1"/>
          </p:nvPr>
        </p:nvSpPr>
        <p:spPr>
          <a:xfrm>
            <a:off x="720000" y="1152475"/>
            <a:ext cx="7704000" cy="34164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rgbClr val="434343"/>
              </a:buClr>
              <a:buSzPts val="1400"/>
              <a:buChar char="●"/>
              <a:defRPr sz="1400">
                <a:solidFill>
                  <a:srgbClr val="434343"/>
                </a:solidFill>
              </a:defRPr>
            </a:lvl1pPr>
            <a:lvl2pPr marL="914400" lvl="1" indent="-317500" rtl="0">
              <a:lnSpc>
                <a:spcPct val="115000"/>
              </a:lnSpc>
              <a:spcBef>
                <a:spcPts val="0"/>
              </a:spcBef>
              <a:spcAft>
                <a:spcPts val="0"/>
              </a:spcAft>
              <a:buClr>
                <a:srgbClr val="434343"/>
              </a:buClr>
              <a:buSzPts val="1400"/>
              <a:buChar char="○"/>
              <a:defRPr>
                <a:solidFill>
                  <a:srgbClr val="434343"/>
                </a:solidFill>
              </a:defRPr>
            </a:lvl2pPr>
            <a:lvl3pPr marL="1371600" lvl="2" indent="-317500" rtl="0">
              <a:lnSpc>
                <a:spcPct val="115000"/>
              </a:lnSpc>
              <a:spcBef>
                <a:spcPts val="0"/>
              </a:spcBef>
              <a:spcAft>
                <a:spcPts val="0"/>
              </a:spcAft>
              <a:buClr>
                <a:srgbClr val="434343"/>
              </a:buClr>
              <a:buSzPts val="1400"/>
              <a:buChar char="■"/>
              <a:defRPr>
                <a:solidFill>
                  <a:srgbClr val="434343"/>
                </a:solidFill>
              </a:defRPr>
            </a:lvl3pPr>
            <a:lvl4pPr marL="1828800" lvl="3" indent="-317500" rtl="0">
              <a:lnSpc>
                <a:spcPct val="115000"/>
              </a:lnSpc>
              <a:spcBef>
                <a:spcPts val="0"/>
              </a:spcBef>
              <a:spcAft>
                <a:spcPts val="0"/>
              </a:spcAft>
              <a:buClr>
                <a:srgbClr val="434343"/>
              </a:buClr>
              <a:buSzPts val="1400"/>
              <a:buChar char="●"/>
              <a:defRPr>
                <a:solidFill>
                  <a:srgbClr val="434343"/>
                </a:solidFill>
              </a:defRPr>
            </a:lvl4pPr>
            <a:lvl5pPr marL="2286000" lvl="4" indent="-317500" rtl="0">
              <a:lnSpc>
                <a:spcPct val="115000"/>
              </a:lnSpc>
              <a:spcBef>
                <a:spcPts val="0"/>
              </a:spcBef>
              <a:spcAft>
                <a:spcPts val="0"/>
              </a:spcAft>
              <a:buClr>
                <a:srgbClr val="434343"/>
              </a:buClr>
              <a:buSzPts val="1400"/>
              <a:buChar char="○"/>
              <a:defRPr>
                <a:solidFill>
                  <a:srgbClr val="434343"/>
                </a:solidFill>
              </a:defRPr>
            </a:lvl5pPr>
            <a:lvl6pPr marL="2743200" lvl="5" indent="-317500" rtl="0">
              <a:lnSpc>
                <a:spcPct val="115000"/>
              </a:lnSpc>
              <a:spcBef>
                <a:spcPts val="0"/>
              </a:spcBef>
              <a:spcAft>
                <a:spcPts val="0"/>
              </a:spcAft>
              <a:buClr>
                <a:srgbClr val="434343"/>
              </a:buClr>
              <a:buSzPts val="1400"/>
              <a:buChar char="■"/>
              <a:defRPr>
                <a:solidFill>
                  <a:srgbClr val="434343"/>
                </a:solidFill>
              </a:defRPr>
            </a:lvl6pPr>
            <a:lvl7pPr marL="3200400" lvl="6" indent="-317500" rtl="0">
              <a:lnSpc>
                <a:spcPct val="115000"/>
              </a:lnSpc>
              <a:spcBef>
                <a:spcPts val="0"/>
              </a:spcBef>
              <a:spcAft>
                <a:spcPts val="0"/>
              </a:spcAft>
              <a:buClr>
                <a:srgbClr val="434343"/>
              </a:buClr>
              <a:buSzPts val="1400"/>
              <a:buChar char="●"/>
              <a:defRPr>
                <a:solidFill>
                  <a:srgbClr val="434343"/>
                </a:solidFill>
              </a:defRPr>
            </a:lvl7pPr>
            <a:lvl8pPr marL="3657600" lvl="7" indent="-317500" rtl="0">
              <a:lnSpc>
                <a:spcPct val="115000"/>
              </a:lnSpc>
              <a:spcBef>
                <a:spcPts val="0"/>
              </a:spcBef>
              <a:spcAft>
                <a:spcPts val="0"/>
              </a:spcAft>
              <a:buClr>
                <a:srgbClr val="434343"/>
              </a:buClr>
              <a:buSzPts val="1400"/>
              <a:buChar char="○"/>
              <a:defRPr>
                <a:solidFill>
                  <a:srgbClr val="434343"/>
                </a:solidFill>
              </a:defRPr>
            </a:lvl8pPr>
            <a:lvl9pPr marL="4114800" lvl="8" indent="-317500" rtl="0">
              <a:lnSpc>
                <a:spcPct val="115000"/>
              </a:lnSpc>
              <a:spcBef>
                <a:spcPts val="0"/>
              </a:spcBef>
              <a:spcAft>
                <a:spcPts val="0"/>
              </a:spcAft>
              <a:buClr>
                <a:srgbClr val="434343"/>
              </a:buClr>
              <a:buSzPts val="1400"/>
              <a:buChar char="■"/>
              <a:defRPr>
                <a:solidFill>
                  <a:srgbClr val="434343"/>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8"/>
        <p:cNvGrpSpPr/>
        <p:nvPr/>
      </p:nvGrpSpPr>
      <p:grpSpPr>
        <a:xfrm>
          <a:off x="0" y="0"/>
          <a:ext cx="0" cy="0"/>
          <a:chOff x="0" y="0"/>
          <a:chExt cx="0" cy="0"/>
        </a:xfrm>
      </p:grpSpPr>
      <p:sp>
        <p:nvSpPr>
          <p:cNvPr id="19" name="Google Shape;19;p5"/>
          <p:cNvSpPr txBox="1">
            <a:spLocks noGrp="1"/>
          </p:cNvSpPr>
          <p:nvPr>
            <p:ph type="subTitle" idx="1"/>
          </p:nvPr>
        </p:nvSpPr>
        <p:spPr>
          <a:xfrm>
            <a:off x="1181425" y="2303125"/>
            <a:ext cx="2907600" cy="7134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2500"/>
              <a:buFont typeface="Bebas Neue"/>
              <a:buNone/>
              <a:defRPr sz="2500">
                <a:latin typeface="Bebas Neue"/>
                <a:ea typeface="Bebas Neue"/>
                <a:cs typeface="Bebas Neue"/>
                <a:sym typeface="Bebas Neue"/>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a:endParaRPr/>
          </a:p>
        </p:txBody>
      </p:sp>
      <p:sp>
        <p:nvSpPr>
          <p:cNvPr id="20" name="Google Shape;20;p5"/>
          <p:cNvSpPr txBox="1">
            <a:spLocks noGrp="1"/>
          </p:cNvSpPr>
          <p:nvPr>
            <p:ph type="subTitle" idx="2"/>
          </p:nvPr>
        </p:nvSpPr>
        <p:spPr>
          <a:xfrm>
            <a:off x="4836300" y="2303125"/>
            <a:ext cx="2907600" cy="713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500"/>
              <a:buFont typeface="Bebas Neue"/>
              <a:buNone/>
              <a:defRPr sz="2500">
                <a:latin typeface="Bebas Neue"/>
                <a:ea typeface="Bebas Neue"/>
                <a:cs typeface="Bebas Neue"/>
                <a:sym typeface="Bebas Neue"/>
              </a:defRPr>
            </a:lvl1pPr>
            <a:lvl2pPr lvl="1" algn="ctr" rtl="0">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rtl="0">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rtl="0">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rtl="0">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rtl="0">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rtl="0">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rtl="0">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rtl="0">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a:endParaRPr/>
          </a:p>
        </p:txBody>
      </p:sp>
      <p:sp>
        <p:nvSpPr>
          <p:cNvPr id="21" name="Google Shape;21;p5"/>
          <p:cNvSpPr txBox="1">
            <a:spLocks noGrp="1"/>
          </p:cNvSpPr>
          <p:nvPr>
            <p:ph type="subTitle" idx="3"/>
          </p:nvPr>
        </p:nvSpPr>
        <p:spPr>
          <a:xfrm>
            <a:off x="1181425" y="2917150"/>
            <a:ext cx="2907600" cy="713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2" name="Google Shape;22;p5"/>
          <p:cNvSpPr txBox="1">
            <a:spLocks noGrp="1"/>
          </p:cNvSpPr>
          <p:nvPr>
            <p:ph type="subTitle" idx="4"/>
          </p:nvPr>
        </p:nvSpPr>
        <p:spPr>
          <a:xfrm>
            <a:off x="4836300" y="2917150"/>
            <a:ext cx="2907600" cy="713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3" name="Google Shape;23;p5"/>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
        <p:cNvGrpSpPr/>
        <p:nvPr/>
      </p:nvGrpSpPr>
      <p:grpSpPr>
        <a:xfrm>
          <a:off x="0" y="0"/>
          <a:ext cx="0" cy="0"/>
          <a:chOff x="0" y="0"/>
          <a:chExt cx="0" cy="0"/>
        </a:xfrm>
      </p:grpSpPr>
      <p:sp>
        <p:nvSpPr>
          <p:cNvPr id="25" name="Google Shape;25;p6"/>
          <p:cNvSpPr txBox="1">
            <a:spLocks noGrp="1"/>
          </p:cNvSpPr>
          <p:nvPr>
            <p:ph type="title"/>
          </p:nvPr>
        </p:nvSpPr>
        <p:spPr>
          <a:xfrm>
            <a:off x="457200" y="457200"/>
            <a:ext cx="82296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2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6"/>
        <p:cNvGrpSpPr/>
        <p:nvPr/>
      </p:nvGrpSpPr>
      <p:grpSpPr>
        <a:xfrm>
          <a:off x="0" y="0"/>
          <a:ext cx="0" cy="0"/>
          <a:chOff x="0" y="0"/>
          <a:chExt cx="0" cy="0"/>
        </a:xfrm>
      </p:grpSpPr>
      <p:sp>
        <p:nvSpPr>
          <p:cNvPr id="27" name="Google Shape;27;p7"/>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8" name="Google Shape;28;p7"/>
          <p:cNvSpPr txBox="1">
            <a:spLocks noGrp="1"/>
          </p:cNvSpPr>
          <p:nvPr>
            <p:ph type="body" idx="1"/>
          </p:nvPr>
        </p:nvSpPr>
        <p:spPr>
          <a:xfrm>
            <a:off x="720000" y="1152475"/>
            <a:ext cx="3322200" cy="34164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rgbClr val="434343"/>
              </a:buClr>
              <a:buSzPts val="1400"/>
              <a:buChar char="●"/>
              <a:defRPr sz="1400">
                <a:solidFill>
                  <a:srgbClr val="434343"/>
                </a:solidFill>
              </a:defRPr>
            </a:lvl1pPr>
            <a:lvl2pPr marL="914400" lvl="1" indent="-317500" rtl="0">
              <a:lnSpc>
                <a:spcPct val="115000"/>
              </a:lnSpc>
              <a:spcBef>
                <a:spcPts val="0"/>
              </a:spcBef>
              <a:spcAft>
                <a:spcPts val="0"/>
              </a:spcAft>
              <a:buClr>
                <a:srgbClr val="434343"/>
              </a:buClr>
              <a:buSzPts val="1400"/>
              <a:buChar char="○"/>
              <a:defRPr>
                <a:solidFill>
                  <a:srgbClr val="434343"/>
                </a:solidFill>
              </a:defRPr>
            </a:lvl2pPr>
            <a:lvl3pPr marL="1371600" lvl="2" indent="-317500" rtl="0">
              <a:lnSpc>
                <a:spcPct val="115000"/>
              </a:lnSpc>
              <a:spcBef>
                <a:spcPts val="0"/>
              </a:spcBef>
              <a:spcAft>
                <a:spcPts val="0"/>
              </a:spcAft>
              <a:buClr>
                <a:srgbClr val="434343"/>
              </a:buClr>
              <a:buSzPts val="1400"/>
              <a:buChar char="■"/>
              <a:defRPr>
                <a:solidFill>
                  <a:srgbClr val="434343"/>
                </a:solidFill>
              </a:defRPr>
            </a:lvl3pPr>
            <a:lvl4pPr marL="1828800" lvl="3" indent="-317500" rtl="0">
              <a:lnSpc>
                <a:spcPct val="115000"/>
              </a:lnSpc>
              <a:spcBef>
                <a:spcPts val="0"/>
              </a:spcBef>
              <a:spcAft>
                <a:spcPts val="0"/>
              </a:spcAft>
              <a:buClr>
                <a:srgbClr val="434343"/>
              </a:buClr>
              <a:buSzPts val="1400"/>
              <a:buChar char="●"/>
              <a:defRPr>
                <a:solidFill>
                  <a:srgbClr val="434343"/>
                </a:solidFill>
              </a:defRPr>
            </a:lvl4pPr>
            <a:lvl5pPr marL="2286000" lvl="4" indent="-317500" rtl="0">
              <a:lnSpc>
                <a:spcPct val="115000"/>
              </a:lnSpc>
              <a:spcBef>
                <a:spcPts val="0"/>
              </a:spcBef>
              <a:spcAft>
                <a:spcPts val="0"/>
              </a:spcAft>
              <a:buClr>
                <a:srgbClr val="434343"/>
              </a:buClr>
              <a:buSzPts val="1400"/>
              <a:buChar char="○"/>
              <a:defRPr>
                <a:solidFill>
                  <a:srgbClr val="434343"/>
                </a:solidFill>
              </a:defRPr>
            </a:lvl5pPr>
            <a:lvl6pPr marL="2743200" lvl="5" indent="-317500" rtl="0">
              <a:lnSpc>
                <a:spcPct val="115000"/>
              </a:lnSpc>
              <a:spcBef>
                <a:spcPts val="0"/>
              </a:spcBef>
              <a:spcAft>
                <a:spcPts val="0"/>
              </a:spcAft>
              <a:buClr>
                <a:srgbClr val="434343"/>
              </a:buClr>
              <a:buSzPts val="1400"/>
              <a:buChar char="■"/>
              <a:defRPr>
                <a:solidFill>
                  <a:srgbClr val="434343"/>
                </a:solidFill>
              </a:defRPr>
            </a:lvl6pPr>
            <a:lvl7pPr marL="3200400" lvl="6" indent="-317500" rtl="0">
              <a:lnSpc>
                <a:spcPct val="115000"/>
              </a:lnSpc>
              <a:spcBef>
                <a:spcPts val="0"/>
              </a:spcBef>
              <a:spcAft>
                <a:spcPts val="0"/>
              </a:spcAft>
              <a:buClr>
                <a:srgbClr val="434343"/>
              </a:buClr>
              <a:buSzPts val="1400"/>
              <a:buChar char="●"/>
              <a:defRPr>
                <a:solidFill>
                  <a:srgbClr val="434343"/>
                </a:solidFill>
              </a:defRPr>
            </a:lvl7pPr>
            <a:lvl8pPr marL="3657600" lvl="7" indent="-317500" rtl="0">
              <a:lnSpc>
                <a:spcPct val="115000"/>
              </a:lnSpc>
              <a:spcBef>
                <a:spcPts val="0"/>
              </a:spcBef>
              <a:spcAft>
                <a:spcPts val="0"/>
              </a:spcAft>
              <a:buClr>
                <a:srgbClr val="434343"/>
              </a:buClr>
              <a:buSzPts val="1400"/>
              <a:buChar char="○"/>
              <a:defRPr>
                <a:solidFill>
                  <a:srgbClr val="434343"/>
                </a:solidFill>
              </a:defRPr>
            </a:lvl8pPr>
            <a:lvl9pPr marL="4114800" lvl="8" indent="-317500" rtl="0">
              <a:lnSpc>
                <a:spcPct val="115000"/>
              </a:lnSpc>
              <a:spcBef>
                <a:spcPts val="0"/>
              </a:spcBef>
              <a:spcAft>
                <a:spcPts val="0"/>
              </a:spcAft>
              <a:buClr>
                <a:srgbClr val="434343"/>
              </a:buClr>
              <a:buSzPts val="1400"/>
              <a:buChar char="■"/>
              <a:defRPr>
                <a:solidFill>
                  <a:srgbClr val="434343"/>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1388100" y="1307100"/>
            <a:ext cx="63678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1"/>
        <p:cNvGrpSpPr/>
        <p:nvPr/>
      </p:nvGrpSpPr>
      <p:grpSpPr>
        <a:xfrm>
          <a:off x="0" y="0"/>
          <a:ext cx="0" cy="0"/>
          <a:chOff x="0" y="0"/>
          <a:chExt cx="0" cy="0"/>
        </a:xfrm>
      </p:grpSpPr>
      <p:sp>
        <p:nvSpPr>
          <p:cNvPr id="32" name="Google Shape;32;p9"/>
          <p:cNvSpPr txBox="1">
            <a:spLocks noGrp="1"/>
          </p:cNvSpPr>
          <p:nvPr>
            <p:ph type="title"/>
          </p:nvPr>
        </p:nvSpPr>
        <p:spPr>
          <a:xfrm>
            <a:off x="720000" y="367423"/>
            <a:ext cx="77040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3" name="Google Shape;33;p9"/>
          <p:cNvSpPr txBox="1">
            <a:spLocks noGrp="1"/>
          </p:cNvSpPr>
          <p:nvPr>
            <p:ph type="subTitle" idx="1"/>
          </p:nvPr>
        </p:nvSpPr>
        <p:spPr>
          <a:xfrm>
            <a:off x="2241550" y="1348750"/>
            <a:ext cx="4661100" cy="1681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4"/>
        <p:cNvGrpSpPr/>
        <p:nvPr/>
      </p:nvGrpSpPr>
      <p:grpSpPr>
        <a:xfrm>
          <a:off x="0" y="0"/>
          <a:ext cx="0" cy="0"/>
          <a:chOff x="0" y="0"/>
          <a:chExt cx="0" cy="0"/>
        </a:xfrm>
      </p:grpSpPr>
      <p:sp>
        <p:nvSpPr>
          <p:cNvPr id="35" name="Google Shape;35;p10"/>
          <p:cNvSpPr txBox="1">
            <a:spLocks noGrp="1"/>
          </p:cNvSpPr>
          <p:nvPr>
            <p:ph type="title"/>
          </p:nvPr>
        </p:nvSpPr>
        <p:spPr>
          <a:xfrm>
            <a:off x="720000" y="2285400"/>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6"/>
        <p:cNvGrpSpPr/>
        <p:nvPr/>
      </p:nvGrpSpPr>
      <p:grpSpPr>
        <a:xfrm>
          <a:off x="0" y="0"/>
          <a:ext cx="0" cy="0"/>
          <a:chOff x="0" y="0"/>
          <a:chExt cx="0" cy="0"/>
        </a:xfrm>
      </p:grpSpPr>
      <p:sp>
        <p:nvSpPr>
          <p:cNvPr id="37" name="Google Shape;37;p11"/>
          <p:cNvSpPr txBox="1">
            <a:spLocks noGrp="1"/>
          </p:cNvSpPr>
          <p:nvPr>
            <p:ph type="title" hasCustomPrompt="1"/>
          </p:nvPr>
        </p:nvSpPr>
        <p:spPr>
          <a:xfrm>
            <a:off x="1284000" y="1558475"/>
            <a:ext cx="6576000" cy="15111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8" name="Google Shape;38;p11"/>
          <p:cNvSpPr txBox="1">
            <a:spLocks noGrp="1"/>
          </p:cNvSpPr>
          <p:nvPr>
            <p:ph type="subTitle" idx="1"/>
          </p:nvPr>
        </p:nvSpPr>
        <p:spPr>
          <a:xfrm>
            <a:off x="1284000" y="3069625"/>
            <a:ext cx="65760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40"/>
        <p:cNvGrpSpPr/>
        <p:nvPr/>
      </p:nvGrpSpPr>
      <p:grpSpPr>
        <a:xfrm>
          <a:off x="0" y="0"/>
          <a:ext cx="0" cy="0"/>
          <a:chOff x="0" y="0"/>
          <a:chExt cx="0" cy="0"/>
        </a:xfrm>
      </p:grpSpPr>
      <p:sp>
        <p:nvSpPr>
          <p:cNvPr id="41" name="Google Shape;41;p13"/>
          <p:cNvSpPr txBox="1">
            <a:spLocks noGrp="1"/>
          </p:cNvSpPr>
          <p:nvPr>
            <p:ph type="title"/>
          </p:nvPr>
        </p:nvSpPr>
        <p:spPr>
          <a:xfrm>
            <a:off x="720000" y="1742775"/>
            <a:ext cx="23364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42" name="Google Shape;42;p13"/>
          <p:cNvSpPr txBox="1">
            <a:spLocks noGrp="1"/>
          </p:cNvSpPr>
          <p:nvPr>
            <p:ph type="title" idx="2" hasCustomPrompt="1"/>
          </p:nvPr>
        </p:nvSpPr>
        <p:spPr>
          <a:xfrm>
            <a:off x="720000" y="1149600"/>
            <a:ext cx="1275300" cy="5934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3" name="Google Shape;43;p13"/>
          <p:cNvSpPr txBox="1">
            <a:spLocks noGrp="1"/>
          </p:cNvSpPr>
          <p:nvPr>
            <p:ph type="subTitle" idx="1"/>
          </p:nvPr>
        </p:nvSpPr>
        <p:spPr>
          <a:xfrm>
            <a:off x="720000" y="2329300"/>
            <a:ext cx="23364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44" name="Google Shape;44;p13"/>
          <p:cNvSpPr txBox="1">
            <a:spLocks noGrp="1"/>
          </p:cNvSpPr>
          <p:nvPr>
            <p:ph type="title" idx="3"/>
          </p:nvPr>
        </p:nvSpPr>
        <p:spPr>
          <a:xfrm>
            <a:off x="3403800" y="1742775"/>
            <a:ext cx="23364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45" name="Google Shape;45;p13"/>
          <p:cNvSpPr txBox="1">
            <a:spLocks noGrp="1"/>
          </p:cNvSpPr>
          <p:nvPr>
            <p:ph type="title" idx="4" hasCustomPrompt="1"/>
          </p:nvPr>
        </p:nvSpPr>
        <p:spPr>
          <a:xfrm>
            <a:off x="3403800" y="1149600"/>
            <a:ext cx="1275300" cy="5934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6" name="Google Shape;46;p13"/>
          <p:cNvSpPr txBox="1">
            <a:spLocks noGrp="1"/>
          </p:cNvSpPr>
          <p:nvPr>
            <p:ph type="subTitle" idx="5"/>
          </p:nvPr>
        </p:nvSpPr>
        <p:spPr>
          <a:xfrm>
            <a:off x="3403800" y="2329300"/>
            <a:ext cx="23364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47" name="Google Shape;47;p13"/>
          <p:cNvSpPr txBox="1">
            <a:spLocks noGrp="1"/>
          </p:cNvSpPr>
          <p:nvPr>
            <p:ph type="title" idx="6"/>
          </p:nvPr>
        </p:nvSpPr>
        <p:spPr>
          <a:xfrm>
            <a:off x="6087600" y="1742775"/>
            <a:ext cx="23364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48" name="Google Shape;48;p13"/>
          <p:cNvSpPr txBox="1">
            <a:spLocks noGrp="1"/>
          </p:cNvSpPr>
          <p:nvPr>
            <p:ph type="title" idx="7" hasCustomPrompt="1"/>
          </p:nvPr>
        </p:nvSpPr>
        <p:spPr>
          <a:xfrm>
            <a:off x="6087600" y="1149600"/>
            <a:ext cx="1275300" cy="5934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9" name="Google Shape;49;p13"/>
          <p:cNvSpPr txBox="1">
            <a:spLocks noGrp="1"/>
          </p:cNvSpPr>
          <p:nvPr>
            <p:ph type="subTitle" idx="8"/>
          </p:nvPr>
        </p:nvSpPr>
        <p:spPr>
          <a:xfrm>
            <a:off x="6087600" y="2329300"/>
            <a:ext cx="23364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50" name="Google Shape;50;p13"/>
          <p:cNvSpPr txBox="1">
            <a:spLocks noGrp="1"/>
          </p:cNvSpPr>
          <p:nvPr>
            <p:ph type="title" idx="9"/>
          </p:nvPr>
        </p:nvSpPr>
        <p:spPr>
          <a:xfrm>
            <a:off x="720000" y="3532175"/>
            <a:ext cx="23364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51" name="Google Shape;51;p13"/>
          <p:cNvSpPr txBox="1">
            <a:spLocks noGrp="1"/>
          </p:cNvSpPr>
          <p:nvPr>
            <p:ph type="title" idx="13" hasCustomPrompt="1"/>
          </p:nvPr>
        </p:nvSpPr>
        <p:spPr>
          <a:xfrm>
            <a:off x="720000" y="2939000"/>
            <a:ext cx="1275300" cy="5934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2" name="Google Shape;52;p13"/>
          <p:cNvSpPr txBox="1">
            <a:spLocks noGrp="1"/>
          </p:cNvSpPr>
          <p:nvPr>
            <p:ph type="subTitle" idx="14"/>
          </p:nvPr>
        </p:nvSpPr>
        <p:spPr>
          <a:xfrm>
            <a:off x="720000" y="4118700"/>
            <a:ext cx="23364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53" name="Google Shape;53;p13"/>
          <p:cNvSpPr txBox="1">
            <a:spLocks noGrp="1"/>
          </p:cNvSpPr>
          <p:nvPr>
            <p:ph type="title" idx="15"/>
          </p:nvPr>
        </p:nvSpPr>
        <p:spPr>
          <a:xfrm>
            <a:off x="3403800" y="3532175"/>
            <a:ext cx="23364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54" name="Google Shape;54;p13"/>
          <p:cNvSpPr txBox="1">
            <a:spLocks noGrp="1"/>
          </p:cNvSpPr>
          <p:nvPr>
            <p:ph type="title" idx="16" hasCustomPrompt="1"/>
          </p:nvPr>
        </p:nvSpPr>
        <p:spPr>
          <a:xfrm>
            <a:off x="3403800" y="2939000"/>
            <a:ext cx="1275300" cy="5934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5" name="Google Shape;55;p13"/>
          <p:cNvSpPr txBox="1">
            <a:spLocks noGrp="1"/>
          </p:cNvSpPr>
          <p:nvPr>
            <p:ph type="subTitle" idx="17"/>
          </p:nvPr>
        </p:nvSpPr>
        <p:spPr>
          <a:xfrm>
            <a:off x="3403800" y="4118700"/>
            <a:ext cx="23364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56" name="Google Shape;56;p13"/>
          <p:cNvSpPr txBox="1">
            <a:spLocks noGrp="1"/>
          </p:cNvSpPr>
          <p:nvPr>
            <p:ph type="title" idx="18"/>
          </p:nvPr>
        </p:nvSpPr>
        <p:spPr>
          <a:xfrm>
            <a:off x="6087600" y="3532175"/>
            <a:ext cx="23364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57" name="Google Shape;57;p13"/>
          <p:cNvSpPr txBox="1">
            <a:spLocks noGrp="1"/>
          </p:cNvSpPr>
          <p:nvPr>
            <p:ph type="title" idx="19" hasCustomPrompt="1"/>
          </p:nvPr>
        </p:nvSpPr>
        <p:spPr>
          <a:xfrm>
            <a:off x="6087600" y="2939000"/>
            <a:ext cx="1275300" cy="5934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 name="Google Shape;58;p13"/>
          <p:cNvSpPr txBox="1">
            <a:spLocks noGrp="1"/>
          </p:cNvSpPr>
          <p:nvPr>
            <p:ph type="subTitle" idx="20"/>
          </p:nvPr>
        </p:nvSpPr>
        <p:spPr>
          <a:xfrm>
            <a:off x="6087600" y="4118700"/>
            <a:ext cx="23364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59" name="Google Shape;59;p13"/>
          <p:cNvSpPr txBox="1">
            <a:spLocks noGrp="1"/>
          </p:cNvSpPr>
          <p:nvPr>
            <p:ph type="title" idx="21"/>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2290025" y="3392700"/>
            <a:ext cx="4563900" cy="531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62" name="Google Shape;62;p14"/>
          <p:cNvSpPr txBox="1">
            <a:spLocks noGrp="1"/>
          </p:cNvSpPr>
          <p:nvPr>
            <p:ph type="subTitle" idx="1"/>
          </p:nvPr>
        </p:nvSpPr>
        <p:spPr>
          <a:xfrm>
            <a:off x="1458125" y="1188100"/>
            <a:ext cx="6227700" cy="1740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500"/>
              <a:buNone/>
              <a:defRPr sz="25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63"/>
        <p:cNvGrpSpPr/>
        <p:nvPr/>
      </p:nvGrpSpPr>
      <p:grpSpPr>
        <a:xfrm>
          <a:off x="0" y="0"/>
          <a:ext cx="0" cy="0"/>
          <a:chOff x="0" y="0"/>
          <a:chExt cx="0" cy="0"/>
        </a:xfrm>
      </p:grpSpPr>
      <p:sp>
        <p:nvSpPr>
          <p:cNvPr id="64" name="Google Shape;64;p15"/>
          <p:cNvSpPr txBox="1">
            <a:spLocks noGrp="1"/>
          </p:cNvSpPr>
          <p:nvPr>
            <p:ph type="subTitle" idx="1"/>
          </p:nvPr>
        </p:nvSpPr>
        <p:spPr>
          <a:xfrm>
            <a:off x="720000" y="1212525"/>
            <a:ext cx="2907600" cy="1354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5" name="Google Shape;65;p15"/>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66"/>
        <p:cNvGrpSpPr/>
        <p:nvPr/>
      </p:nvGrpSpPr>
      <p:grpSpPr>
        <a:xfrm>
          <a:off x="0" y="0"/>
          <a:ext cx="0" cy="0"/>
          <a:chOff x="0" y="0"/>
          <a:chExt cx="0" cy="0"/>
        </a:xfrm>
      </p:grpSpPr>
      <p:sp>
        <p:nvSpPr>
          <p:cNvPr id="67" name="Google Shape;67;p16"/>
          <p:cNvSpPr txBox="1">
            <a:spLocks noGrp="1"/>
          </p:cNvSpPr>
          <p:nvPr>
            <p:ph type="subTitle" idx="1"/>
          </p:nvPr>
        </p:nvSpPr>
        <p:spPr>
          <a:xfrm>
            <a:off x="1181425" y="2303125"/>
            <a:ext cx="2907600" cy="713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500"/>
              <a:buFont typeface="Bebas Neue"/>
              <a:buNone/>
              <a:defRPr sz="2500">
                <a:latin typeface="Bebas Neue"/>
                <a:ea typeface="Bebas Neue"/>
                <a:cs typeface="Bebas Neue"/>
                <a:sym typeface="Bebas Neue"/>
              </a:defRPr>
            </a:lvl1pPr>
            <a:lvl2pPr lvl="1" algn="ctr" rtl="0">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rtl="0">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rtl="0">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rtl="0">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rtl="0">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rtl="0">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rtl="0">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rtl="0">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a:endParaRPr/>
          </a:p>
        </p:txBody>
      </p:sp>
      <p:sp>
        <p:nvSpPr>
          <p:cNvPr id="68" name="Google Shape;68;p16"/>
          <p:cNvSpPr txBox="1">
            <a:spLocks noGrp="1"/>
          </p:cNvSpPr>
          <p:nvPr>
            <p:ph type="subTitle" idx="2"/>
          </p:nvPr>
        </p:nvSpPr>
        <p:spPr>
          <a:xfrm>
            <a:off x="4836300" y="2303125"/>
            <a:ext cx="2907600" cy="713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500"/>
              <a:buFont typeface="Bebas Neue"/>
              <a:buNone/>
              <a:defRPr sz="2500">
                <a:latin typeface="Bebas Neue"/>
                <a:ea typeface="Bebas Neue"/>
                <a:cs typeface="Bebas Neue"/>
                <a:sym typeface="Bebas Neue"/>
              </a:defRPr>
            </a:lvl1pPr>
            <a:lvl2pPr lvl="1" algn="ctr" rtl="0">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rtl="0">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rtl="0">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rtl="0">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rtl="0">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rtl="0">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rtl="0">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rtl="0">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a:endParaRPr/>
          </a:p>
        </p:txBody>
      </p:sp>
      <p:sp>
        <p:nvSpPr>
          <p:cNvPr id="69" name="Google Shape;69;p16"/>
          <p:cNvSpPr txBox="1">
            <a:spLocks noGrp="1"/>
          </p:cNvSpPr>
          <p:nvPr>
            <p:ph type="subTitle" idx="3"/>
          </p:nvPr>
        </p:nvSpPr>
        <p:spPr>
          <a:xfrm>
            <a:off x="1181425" y="2917150"/>
            <a:ext cx="2907600" cy="713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0" name="Google Shape;70;p16"/>
          <p:cNvSpPr txBox="1">
            <a:spLocks noGrp="1"/>
          </p:cNvSpPr>
          <p:nvPr>
            <p:ph type="subTitle" idx="4"/>
          </p:nvPr>
        </p:nvSpPr>
        <p:spPr>
          <a:xfrm>
            <a:off x="4836300" y="2917150"/>
            <a:ext cx="2907600" cy="713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1" name="Google Shape;71;p16"/>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72"/>
        <p:cNvGrpSpPr/>
        <p:nvPr/>
      </p:nvGrpSpPr>
      <p:grpSpPr>
        <a:xfrm>
          <a:off x="0" y="0"/>
          <a:ext cx="0" cy="0"/>
          <a:chOff x="0" y="0"/>
          <a:chExt cx="0" cy="0"/>
        </a:xfrm>
      </p:grpSpPr>
      <p:sp>
        <p:nvSpPr>
          <p:cNvPr id="73" name="Google Shape;73;p17"/>
          <p:cNvSpPr txBox="1">
            <a:spLocks noGrp="1"/>
          </p:cNvSpPr>
          <p:nvPr>
            <p:ph type="title"/>
          </p:nvPr>
        </p:nvSpPr>
        <p:spPr>
          <a:xfrm>
            <a:off x="720000" y="2423313"/>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4" name="Google Shape;74;p17"/>
          <p:cNvSpPr txBox="1">
            <a:spLocks noGrp="1"/>
          </p:cNvSpPr>
          <p:nvPr>
            <p:ph type="subTitle" idx="1"/>
          </p:nvPr>
        </p:nvSpPr>
        <p:spPr>
          <a:xfrm>
            <a:off x="720000" y="3009838"/>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5" name="Google Shape;75;p17"/>
          <p:cNvSpPr txBox="1">
            <a:spLocks noGrp="1"/>
          </p:cNvSpPr>
          <p:nvPr>
            <p:ph type="title" idx="2"/>
          </p:nvPr>
        </p:nvSpPr>
        <p:spPr>
          <a:xfrm>
            <a:off x="3403800" y="2423313"/>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6" name="Google Shape;76;p17"/>
          <p:cNvSpPr txBox="1">
            <a:spLocks noGrp="1"/>
          </p:cNvSpPr>
          <p:nvPr>
            <p:ph type="subTitle" idx="3"/>
          </p:nvPr>
        </p:nvSpPr>
        <p:spPr>
          <a:xfrm>
            <a:off x="3403800" y="3009838"/>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7" name="Google Shape;77;p17"/>
          <p:cNvSpPr txBox="1">
            <a:spLocks noGrp="1"/>
          </p:cNvSpPr>
          <p:nvPr>
            <p:ph type="title" idx="4"/>
          </p:nvPr>
        </p:nvSpPr>
        <p:spPr>
          <a:xfrm>
            <a:off x="6087600" y="2423313"/>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8" name="Google Shape;78;p17"/>
          <p:cNvSpPr txBox="1">
            <a:spLocks noGrp="1"/>
          </p:cNvSpPr>
          <p:nvPr>
            <p:ph type="subTitle" idx="5"/>
          </p:nvPr>
        </p:nvSpPr>
        <p:spPr>
          <a:xfrm>
            <a:off x="6087600" y="3009838"/>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9" name="Google Shape;79;p17"/>
          <p:cNvSpPr txBox="1">
            <a:spLocks noGrp="1"/>
          </p:cNvSpPr>
          <p:nvPr>
            <p:ph type="title" idx="6"/>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hree columns 1">
  <p:cSld name="BLANK_1_1_1_2_1">
    <p:spTree>
      <p:nvGrpSpPr>
        <p:cNvPr id="1" name="Shape 80"/>
        <p:cNvGrpSpPr/>
        <p:nvPr/>
      </p:nvGrpSpPr>
      <p:grpSpPr>
        <a:xfrm>
          <a:off x="0" y="0"/>
          <a:ext cx="0" cy="0"/>
          <a:chOff x="0" y="0"/>
          <a:chExt cx="0" cy="0"/>
        </a:xfrm>
      </p:grpSpPr>
      <p:sp>
        <p:nvSpPr>
          <p:cNvPr id="81" name="Google Shape;81;p18"/>
          <p:cNvSpPr txBox="1">
            <a:spLocks noGrp="1"/>
          </p:cNvSpPr>
          <p:nvPr>
            <p:ph type="title"/>
          </p:nvPr>
        </p:nvSpPr>
        <p:spPr>
          <a:xfrm>
            <a:off x="720000" y="2423313"/>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2" name="Google Shape;82;p18"/>
          <p:cNvSpPr txBox="1">
            <a:spLocks noGrp="1"/>
          </p:cNvSpPr>
          <p:nvPr>
            <p:ph type="subTitle" idx="1"/>
          </p:nvPr>
        </p:nvSpPr>
        <p:spPr>
          <a:xfrm>
            <a:off x="720000" y="3009838"/>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3" name="Google Shape;83;p18"/>
          <p:cNvSpPr txBox="1">
            <a:spLocks noGrp="1"/>
          </p:cNvSpPr>
          <p:nvPr>
            <p:ph type="title" idx="2"/>
          </p:nvPr>
        </p:nvSpPr>
        <p:spPr>
          <a:xfrm>
            <a:off x="3403800" y="2423313"/>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4" name="Google Shape;84;p18"/>
          <p:cNvSpPr txBox="1">
            <a:spLocks noGrp="1"/>
          </p:cNvSpPr>
          <p:nvPr>
            <p:ph type="subTitle" idx="3"/>
          </p:nvPr>
        </p:nvSpPr>
        <p:spPr>
          <a:xfrm>
            <a:off x="3403800" y="3009838"/>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5" name="Google Shape;85;p18"/>
          <p:cNvSpPr txBox="1">
            <a:spLocks noGrp="1"/>
          </p:cNvSpPr>
          <p:nvPr>
            <p:ph type="title" idx="4"/>
          </p:nvPr>
        </p:nvSpPr>
        <p:spPr>
          <a:xfrm>
            <a:off x="6087600" y="2423313"/>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6" name="Google Shape;86;p18"/>
          <p:cNvSpPr txBox="1">
            <a:spLocks noGrp="1"/>
          </p:cNvSpPr>
          <p:nvPr>
            <p:ph type="subTitle" idx="5"/>
          </p:nvPr>
        </p:nvSpPr>
        <p:spPr>
          <a:xfrm>
            <a:off x="6087600" y="3009838"/>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7" name="Google Shape;87;p18"/>
          <p:cNvSpPr txBox="1">
            <a:spLocks noGrp="1"/>
          </p:cNvSpPr>
          <p:nvPr>
            <p:ph type="title" idx="6"/>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88"/>
        <p:cNvGrpSpPr/>
        <p:nvPr/>
      </p:nvGrpSpPr>
      <p:grpSpPr>
        <a:xfrm>
          <a:off x="0" y="0"/>
          <a:ext cx="0" cy="0"/>
          <a:chOff x="0" y="0"/>
          <a:chExt cx="0" cy="0"/>
        </a:xfrm>
      </p:grpSpPr>
      <p:sp>
        <p:nvSpPr>
          <p:cNvPr id="89" name="Google Shape;89;p19"/>
          <p:cNvSpPr txBox="1">
            <a:spLocks noGrp="1"/>
          </p:cNvSpPr>
          <p:nvPr>
            <p:ph type="title"/>
          </p:nvPr>
        </p:nvSpPr>
        <p:spPr>
          <a:xfrm>
            <a:off x="1195863" y="1682850"/>
            <a:ext cx="28671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90" name="Google Shape;90;p19"/>
          <p:cNvSpPr txBox="1">
            <a:spLocks noGrp="1"/>
          </p:cNvSpPr>
          <p:nvPr>
            <p:ph type="subTitle" idx="1"/>
          </p:nvPr>
        </p:nvSpPr>
        <p:spPr>
          <a:xfrm>
            <a:off x="1195863" y="2269375"/>
            <a:ext cx="28671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1" name="Google Shape;91;p19"/>
          <p:cNvSpPr txBox="1">
            <a:spLocks noGrp="1"/>
          </p:cNvSpPr>
          <p:nvPr>
            <p:ph type="title" idx="2"/>
          </p:nvPr>
        </p:nvSpPr>
        <p:spPr>
          <a:xfrm>
            <a:off x="5081043" y="1682850"/>
            <a:ext cx="28671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92" name="Google Shape;92;p19"/>
          <p:cNvSpPr txBox="1">
            <a:spLocks noGrp="1"/>
          </p:cNvSpPr>
          <p:nvPr>
            <p:ph type="subTitle" idx="3"/>
          </p:nvPr>
        </p:nvSpPr>
        <p:spPr>
          <a:xfrm>
            <a:off x="5081043" y="2269375"/>
            <a:ext cx="28671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3" name="Google Shape;93;p19"/>
          <p:cNvSpPr txBox="1">
            <a:spLocks noGrp="1"/>
          </p:cNvSpPr>
          <p:nvPr>
            <p:ph type="title" idx="4"/>
          </p:nvPr>
        </p:nvSpPr>
        <p:spPr>
          <a:xfrm>
            <a:off x="1195863" y="3116250"/>
            <a:ext cx="28671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94" name="Google Shape;94;p19"/>
          <p:cNvSpPr txBox="1">
            <a:spLocks noGrp="1"/>
          </p:cNvSpPr>
          <p:nvPr>
            <p:ph type="subTitle" idx="5"/>
          </p:nvPr>
        </p:nvSpPr>
        <p:spPr>
          <a:xfrm>
            <a:off x="1195863" y="3702775"/>
            <a:ext cx="28671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5" name="Google Shape;95;p19"/>
          <p:cNvSpPr txBox="1">
            <a:spLocks noGrp="1"/>
          </p:cNvSpPr>
          <p:nvPr>
            <p:ph type="title" idx="6"/>
          </p:nvPr>
        </p:nvSpPr>
        <p:spPr>
          <a:xfrm>
            <a:off x="5081043" y="3116250"/>
            <a:ext cx="28671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96" name="Google Shape;96;p19"/>
          <p:cNvSpPr txBox="1">
            <a:spLocks noGrp="1"/>
          </p:cNvSpPr>
          <p:nvPr>
            <p:ph type="subTitle" idx="7"/>
          </p:nvPr>
        </p:nvSpPr>
        <p:spPr>
          <a:xfrm>
            <a:off x="5081043" y="3702775"/>
            <a:ext cx="28671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7" name="Google Shape;97;p19"/>
          <p:cNvSpPr txBox="1">
            <a:spLocks noGrp="1"/>
          </p:cNvSpPr>
          <p:nvPr>
            <p:ph type="title" idx="8"/>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98"/>
        <p:cNvGrpSpPr/>
        <p:nvPr/>
      </p:nvGrpSpPr>
      <p:grpSpPr>
        <a:xfrm>
          <a:off x="0" y="0"/>
          <a:ext cx="0" cy="0"/>
          <a:chOff x="0" y="0"/>
          <a:chExt cx="0" cy="0"/>
        </a:xfrm>
      </p:grpSpPr>
      <p:sp>
        <p:nvSpPr>
          <p:cNvPr id="99" name="Google Shape;99;p20"/>
          <p:cNvSpPr txBox="1">
            <a:spLocks noGrp="1"/>
          </p:cNvSpPr>
          <p:nvPr>
            <p:ph type="title"/>
          </p:nvPr>
        </p:nvSpPr>
        <p:spPr>
          <a:xfrm>
            <a:off x="720000" y="1682850"/>
            <a:ext cx="2305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00" name="Google Shape;100;p20"/>
          <p:cNvSpPr txBox="1">
            <a:spLocks noGrp="1"/>
          </p:cNvSpPr>
          <p:nvPr>
            <p:ph type="subTitle" idx="1"/>
          </p:nvPr>
        </p:nvSpPr>
        <p:spPr>
          <a:xfrm>
            <a:off x="720000" y="2269375"/>
            <a:ext cx="2305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1" name="Google Shape;101;p20"/>
          <p:cNvSpPr txBox="1">
            <a:spLocks noGrp="1"/>
          </p:cNvSpPr>
          <p:nvPr>
            <p:ph type="title" idx="2"/>
          </p:nvPr>
        </p:nvSpPr>
        <p:spPr>
          <a:xfrm>
            <a:off x="3419269" y="1682850"/>
            <a:ext cx="2305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02" name="Google Shape;102;p20"/>
          <p:cNvSpPr txBox="1">
            <a:spLocks noGrp="1"/>
          </p:cNvSpPr>
          <p:nvPr>
            <p:ph type="subTitle" idx="3"/>
          </p:nvPr>
        </p:nvSpPr>
        <p:spPr>
          <a:xfrm>
            <a:off x="3419269" y="2269375"/>
            <a:ext cx="2305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3" name="Google Shape;103;p20"/>
          <p:cNvSpPr txBox="1">
            <a:spLocks noGrp="1"/>
          </p:cNvSpPr>
          <p:nvPr>
            <p:ph type="title" idx="4"/>
          </p:nvPr>
        </p:nvSpPr>
        <p:spPr>
          <a:xfrm>
            <a:off x="720000" y="3116250"/>
            <a:ext cx="2305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04" name="Google Shape;104;p20"/>
          <p:cNvSpPr txBox="1">
            <a:spLocks noGrp="1"/>
          </p:cNvSpPr>
          <p:nvPr>
            <p:ph type="subTitle" idx="5"/>
          </p:nvPr>
        </p:nvSpPr>
        <p:spPr>
          <a:xfrm>
            <a:off x="720000" y="3702775"/>
            <a:ext cx="2305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5" name="Google Shape;105;p20"/>
          <p:cNvSpPr txBox="1">
            <a:spLocks noGrp="1"/>
          </p:cNvSpPr>
          <p:nvPr>
            <p:ph type="title" idx="6"/>
          </p:nvPr>
        </p:nvSpPr>
        <p:spPr>
          <a:xfrm>
            <a:off x="3419269" y="3116250"/>
            <a:ext cx="2305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06" name="Google Shape;106;p20"/>
          <p:cNvSpPr txBox="1">
            <a:spLocks noGrp="1"/>
          </p:cNvSpPr>
          <p:nvPr>
            <p:ph type="subTitle" idx="7"/>
          </p:nvPr>
        </p:nvSpPr>
        <p:spPr>
          <a:xfrm>
            <a:off x="3419269" y="3702775"/>
            <a:ext cx="2305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7" name="Google Shape;107;p20"/>
          <p:cNvSpPr txBox="1">
            <a:spLocks noGrp="1"/>
          </p:cNvSpPr>
          <p:nvPr>
            <p:ph type="title" idx="8"/>
          </p:nvPr>
        </p:nvSpPr>
        <p:spPr>
          <a:xfrm>
            <a:off x="6118545" y="1682850"/>
            <a:ext cx="2305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08" name="Google Shape;108;p20"/>
          <p:cNvSpPr txBox="1">
            <a:spLocks noGrp="1"/>
          </p:cNvSpPr>
          <p:nvPr>
            <p:ph type="subTitle" idx="9"/>
          </p:nvPr>
        </p:nvSpPr>
        <p:spPr>
          <a:xfrm>
            <a:off x="6118545" y="2269375"/>
            <a:ext cx="2305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9" name="Google Shape;109;p20"/>
          <p:cNvSpPr txBox="1">
            <a:spLocks noGrp="1"/>
          </p:cNvSpPr>
          <p:nvPr>
            <p:ph type="title" idx="13"/>
          </p:nvPr>
        </p:nvSpPr>
        <p:spPr>
          <a:xfrm>
            <a:off x="6118545" y="3116250"/>
            <a:ext cx="2305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10" name="Google Shape;110;p20"/>
          <p:cNvSpPr txBox="1">
            <a:spLocks noGrp="1"/>
          </p:cNvSpPr>
          <p:nvPr>
            <p:ph type="subTitle" idx="14"/>
          </p:nvPr>
        </p:nvSpPr>
        <p:spPr>
          <a:xfrm>
            <a:off x="6118545" y="3702775"/>
            <a:ext cx="2305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1" name="Google Shape;111;p20"/>
          <p:cNvSpPr txBox="1">
            <a:spLocks noGrp="1"/>
          </p:cNvSpPr>
          <p:nvPr>
            <p:ph type="title" idx="15"/>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112"/>
        <p:cNvGrpSpPr/>
        <p:nvPr/>
      </p:nvGrpSpPr>
      <p:grpSpPr>
        <a:xfrm>
          <a:off x="0" y="0"/>
          <a:ext cx="0" cy="0"/>
          <a:chOff x="0" y="0"/>
          <a:chExt cx="0" cy="0"/>
        </a:xfrm>
      </p:grpSpPr>
      <p:sp>
        <p:nvSpPr>
          <p:cNvPr id="113" name="Google Shape;113;p21"/>
          <p:cNvSpPr txBox="1">
            <a:spLocks noGrp="1"/>
          </p:cNvSpPr>
          <p:nvPr>
            <p:ph type="title" hasCustomPrompt="1"/>
          </p:nvPr>
        </p:nvSpPr>
        <p:spPr>
          <a:xfrm>
            <a:off x="1284000" y="540000"/>
            <a:ext cx="6576000" cy="82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62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114" name="Google Shape;114;p21"/>
          <p:cNvSpPr txBox="1">
            <a:spLocks noGrp="1"/>
          </p:cNvSpPr>
          <p:nvPr>
            <p:ph type="subTitle" idx="1"/>
          </p:nvPr>
        </p:nvSpPr>
        <p:spPr>
          <a:xfrm>
            <a:off x="1284000" y="1246025"/>
            <a:ext cx="6576000" cy="445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5" name="Google Shape;115;p21"/>
          <p:cNvSpPr txBox="1">
            <a:spLocks noGrp="1"/>
          </p:cNvSpPr>
          <p:nvPr>
            <p:ph type="title" idx="2" hasCustomPrompt="1"/>
          </p:nvPr>
        </p:nvSpPr>
        <p:spPr>
          <a:xfrm>
            <a:off x="1284000" y="1996138"/>
            <a:ext cx="6576000" cy="82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62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116" name="Google Shape;116;p21"/>
          <p:cNvSpPr txBox="1">
            <a:spLocks noGrp="1"/>
          </p:cNvSpPr>
          <p:nvPr>
            <p:ph type="subTitle" idx="3"/>
          </p:nvPr>
        </p:nvSpPr>
        <p:spPr>
          <a:xfrm>
            <a:off x="1284000" y="2702163"/>
            <a:ext cx="6576000" cy="445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7" name="Google Shape;117;p21"/>
          <p:cNvSpPr txBox="1">
            <a:spLocks noGrp="1"/>
          </p:cNvSpPr>
          <p:nvPr>
            <p:ph type="title" idx="4" hasCustomPrompt="1"/>
          </p:nvPr>
        </p:nvSpPr>
        <p:spPr>
          <a:xfrm>
            <a:off x="1284000" y="3452288"/>
            <a:ext cx="6576000" cy="82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62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118" name="Google Shape;118;p21"/>
          <p:cNvSpPr txBox="1">
            <a:spLocks noGrp="1"/>
          </p:cNvSpPr>
          <p:nvPr>
            <p:ph type="subTitle" idx="5"/>
          </p:nvPr>
        </p:nvSpPr>
        <p:spPr>
          <a:xfrm>
            <a:off x="1284000" y="4158313"/>
            <a:ext cx="6576000" cy="445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hanks">
  <p:cSld name="BLANK_1_1_1_1_1_1_2">
    <p:spTree>
      <p:nvGrpSpPr>
        <p:cNvPr id="1" name="Shape 119"/>
        <p:cNvGrpSpPr/>
        <p:nvPr/>
      </p:nvGrpSpPr>
      <p:grpSpPr>
        <a:xfrm>
          <a:off x="0" y="0"/>
          <a:ext cx="0" cy="0"/>
          <a:chOff x="0" y="0"/>
          <a:chExt cx="0" cy="0"/>
        </a:xfrm>
      </p:grpSpPr>
      <p:sp>
        <p:nvSpPr>
          <p:cNvPr id="120" name="Google Shape;120;p22"/>
          <p:cNvSpPr txBox="1">
            <a:spLocks noGrp="1"/>
          </p:cNvSpPr>
          <p:nvPr>
            <p:ph type="ctrTitle"/>
          </p:nvPr>
        </p:nvSpPr>
        <p:spPr>
          <a:xfrm>
            <a:off x="2429950" y="669825"/>
            <a:ext cx="4284000" cy="997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21" name="Google Shape;121;p22"/>
          <p:cNvSpPr txBox="1">
            <a:spLocks noGrp="1"/>
          </p:cNvSpPr>
          <p:nvPr>
            <p:ph type="subTitle" idx="1"/>
          </p:nvPr>
        </p:nvSpPr>
        <p:spPr>
          <a:xfrm>
            <a:off x="2425075" y="1704550"/>
            <a:ext cx="4293900" cy="1825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2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Fira Sans Extra Condensed SemiBold"/>
              <a:buNone/>
              <a:defRPr sz="3500">
                <a:solidFill>
                  <a:schemeClr val="dk1"/>
                </a:solidFill>
                <a:latin typeface="Fira Sans Extra Condensed SemiBold"/>
                <a:ea typeface="Fira Sans Extra Condensed SemiBold"/>
                <a:cs typeface="Fira Sans Extra Condensed SemiBold"/>
                <a:sym typeface="Fira Sans Extra Condensed SemiBold"/>
              </a:defRPr>
            </a:lvl1pPr>
            <a:lvl2pPr lvl="1" rtl="0">
              <a:spcBef>
                <a:spcPts val="0"/>
              </a:spcBef>
              <a:spcAft>
                <a:spcPts val="0"/>
              </a:spcAft>
              <a:buClr>
                <a:schemeClr val="dk1"/>
              </a:buClr>
              <a:buSzPts val="3500"/>
              <a:buFont typeface="Fira Sans Extra Condensed SemiBold"/>
              <a:buNone/>
              <a:defRPr sz="3500">
                <a:solidFill>
                  <a:schemeClr val="dk1"/>
                </a:solidFill>
                <a:latin typeface="Fira Sans Extra Condensed SemiBold"/>
                <a:ea typeface="Fira Sans Extra Condensed SemiBold"/>
                <a:cs typeface="Fira Sans Extra Condensed SemiBold"/>
                <a:sym typeface="Fira Sans Extra Condensed SemiBold"/>
              </a:defRPr>
            </a:lvl2pPr>
            <a:lvl3pPr lvl="2" rtl="0">
              <a:spcBef>
                <a:spcPts val="0"/>
              </a:spcBef>
              <a:spcAft>
                <a:spcPts val="0"/>
              </a:spcAft>
              <a:buClr>
                <a:schemeClr val="dk1"/>
              </a:buClr>
              <a:buSzPts val="3500"/>
              <a:buFont typeface="Fira Sans Extra Condensed SemiBold"/>
              <a:buNone/>
              <a:defRPr sz="3500">
                <a:solidFill>
                  <a:schemeClr val="dk1"/>
                </a:solidFill>
                <a:latin typeface="Fira Sans Extra Condensed SemiBold"/>
                <a:ea typeface="Fira Sans Extra Condensed SemiBold"/>
                <a:cs typeface="Fira Sans Extra Condensed SemiBold"/>
                <a:sym typeface="Fira Sans Extra Condensed SemiBold"/>
              </a:defRPr>
            </a:lvl3pPr>
            <a:lvl4pPr lvl="3" rtl="0">
              <a:spcBef>
                <a:spcPts val="0"/>
              </a:spcBef>
              <a:spcAft>
                <a:spcPts val="0"/>
              </a:spcAft>
              <a:buClr>
                <a:schemeClr val="dk1"/>
              </a:buClr>
              <a:buSzPts val="3500"/>
              <a:buFont typeface="Fira Sans Extra Condensed SemiBold"/>
              <a:buNone/>
              <a:defRPr sz="3500">
                <a:solidFill>
                  <a:schemeClr val="dk1"/>
                </a:solidFill>
                <a:latin typeface="Fira Sans Extra Condensed SemiBold"/>
                <a:ea typeface="Fira Sans Extra Condensed SemiBold"/>
                <a:cs typeface="Fira Sans Extra Condensed SemiBold"/>
                <a:sym typeface="Fira Sans Extra Condensed SemiBold"/>
              </a:defRPr>
            </a:lvl4pPr>
            <a:lvl5pPr lvl="4" rtl="0">
              <a:spcBef>
                <a:spcPts val="0"/>
              </a:spcBef>
              <a:spcAft>
                <a:spcPts val="0"/>
              </a:spcAft>
              <a:buClr>
                <a:schemeClr val="dk1"/>
              </a:buClr>
              <a:buSzPts val="3500"/>
              <a:buFont typeface="Fira Sans Extra Condensed SemiBold"/>
              <a:buNone/>
              <a:defRPr sz="3500">
                <a:solidFill>
                  <a:schemeClr val="dk1"/>
                </a:solidFill>
                <a:latin typeface="Fira Sans Extra Condensed SemiBold"/>
                <a:ea typeface="Fira Sans Extra Condensed SemiBold"/>
                <a:cs typeface="Fira Sans Extra Condensed SemiBold"/>
                <a:sym typeface="Fira Sans Extra Condensed SemiBold"/>
              </a:defRPr>
            </a:lvl5pPr>
            <a:lvl6pPr lvl="5" rtl="0">
              <a:spcBef>
                <a:spcPts val="0"/>
              </a:spcBef>
              <a:spcAft>
                <a:spcPts val="0"/>
              </a:spcAft>
              <a:buClr>
                <a:schemeClr val="dk1"/>
              </a:buClr>
              <a:buSzPts val="3500"/>
              <a:buFont typeface="Fira Sans Extra Condensed SemiBold"/>
              <a:buNone/>
              <a:defRPr sz="3500">
                <a:solidFill>
                  <a:schemeClr val="dk1"/>
                </a:solidFill>
                <a:latin typeface="Fira Sans Extra Condensed SemiBold"/>
                <a:ea typeface="Fira Sans Extra Condensed SemiBold"/>
                <a:cs typeface="Fira Sans Extra Condensed SemiBold"/>
                <a:sym typeface="Fira Sans Extra Condensed SemiBold"/>
              </a:defRPr>
            </a:lvl6pPr>
            <a:lvl7pPr lvl="6" rtl="0">
              <a:spcBef>
                <a:spcPts val="0"/>
              </a:spcBef>
              <a:spcAft>
                <a:spcPts val="0"/>
              </a:spcAft>
              <a:buClr>
                <a:schemeClr val="dk1"/>
              </a:buClr>
              <a:buSzPts val="3500"/>
              <a:buFont typeface="Fira Sans Extra Condensed SemiBold"/>
              <a:buNone/>
              <a:defRPr sz="3500">
                <a:solidFill>
                  <a:schemeClr val="dk1"/>
                </a:solidFill>
                <a:latin typeface="Fira Sans Extra Condensed SemiBold"/>
                <a:ea typeface="Fira Sans Extra Condensed SemiBold"/>
                <a:cs typeface="Fira Sans Extra Condensed SemiBold"/>
                <a:sym typeface="Fira Sans Extra Condensed SemiBold"/>
              </a:defRPr>
            </a:lvl7pPr>
            <a:lvl8pPr lvl="7" rtl="0">
              <a:spcBef>
                <a:spcPts val="0"/>
              </a:spcBef>
              <a:spcAft>
                <a:spcPts val="0"/>
              </a:spcAft>
              <a:buClr>
                <a:schemeClr val="dk1"/>
              </a:buClr>
              <a:buSzPts val="3500"/>
              <a:buFont typeface="Fira Sans Extra Condensed SemiBold"/>
              <a:buNone/>
              <a:defRPr sz="3500">
                <a:solidFill>
                  <a:schemeClr val="dk1"/>
                </a:solidFill>
                <a:latin typeface="Fira Sans Extra Condensed SemiBold"/>
                <a:ea typeface="Fira Sans Extra Condensed SemiBold"/>
                <a:cs typeface="Fira Sans Extra Condensed SemiBold"/>
                <a:sym typeface="Fira Sans Extra Condensed SemiBold"/>
              </a:defRPr>
            </a:lvl8pPr>
            <a:lvl9pPr lvl="8" rtl="0">
              <a:spcBef>
                <a:spcPts val="0"/>
              </a:spcBef>
              <a:spcAft>
                <a:spcPts val="0"/>
              </a:spcAft>
              <a:buClr>
                <a:schemeClr val="dk1"/>
              </a:buClr>
              <a:buSzPts val="3500"/>
              <a:buFont typeface="Fira Sans Extra Condensed SemiBold"/>
              <a:buNone/>
              <a:defRPr sz="3500">
                <a:solidFill>
                  <a:schemeClr val="dk1"/>
                </a:solidFill>
                <a:latin typeface="Fira Sans Extra Condensed SemiBold"/>
                <a:ea typeface="Fira Sans Extra Condensed SemiBold"/>
                <a:cs typeface="Fira Sans Extra Condensed SemiBold"/>
                <a:sym typeface="Fira Sans Extra Condensed SemiBold"/>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1pPr>
            <a:lvl2pPr marL="914400" lvl="1"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15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67CD003-9FA6-4041-065C-9C896673C19F}"/>
              </a:ext>
            </a:extLst>
          </p:cNvPr>
          <p:cNvSpPr>
            <a:spLocks noGrp="1"/>
          </p:cNvSpPr>
          <p:nvPr>
            <p:ph type="title"/>
          </p:nvPr>
        </p:nvSpPr>
        <p:spPr/>
        <p:txBody>
          <a:bodyPr/>
          <a:lstStyle/>
          <a:p>
            <a:endParaRPr lang="en-US"/>
          </a:p>
        </p:txBody>
      </p:sp>
      <p:sp>
        <p:nvSpPr>
          <p:cNvPr id="3" name="Titre 2">
            <a:extLst>
              <a:ext uri="{FF2B5EF4-FFF2-40B4-BE49-F238E27FC236}">
                <a16:creationId xmlns:a16="http://schemas.microsoft.com/office/drawing/2014/main" id="{D010DC83-1FC6-7B66-295B-C0D928CE98A8}"/>
              </a:ext>
            </a:extLst>
          </p:cNvPr>
          <p:cNvSpPr>
            <a:spLocks noGrp="1"/>
          </p:cNvSpPr>
          <p:nvPr>
            <p:ph type="title" idx="2"/>
          </p:nvPr>
        </p:nvSpPr>
        <p:spPr/>
        <p:txBody>
          <a:bodyPr/>
          <a:lstStyle/>
          <a:p>
            <a:endParaRPr lang="en-US"/>
          </a:p>
        </p:txBody>
      </p:sp>
      <p:sp>
        <p:nvSpPr>
          <p:cNvPr id="4" name="Sous-titre 3">
            <a:extLst>
              <a:ext uri="{FF2B5EF4-FFF2-40B4-BE49-F238E27FC236}">
                <a16:creationId xmlns:a16="http://schemas.microsoft.com/office/drawing/2014/main" id="{4E877704-1EC5-24E5-DFE6-B8CD4500A09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966065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7"/>
          <p:cNvSpPr txBox="1">
            <a:spLocks noGrp="1"/>
          </p:cNvSpPr>
          <p:nvPr>
            <p:ph type="ctrTitle"/>
          </p:nvPr>
        </p:nvSpPr>
        <p:spPr>
          <a:xfrm>
            <a:off x="917984" y="1237763"/>
            <a:ext cx="3677700" cy="2256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FR" dirty="0"/>
              <a:t>Analyse de C</a:t>
            </a:r>
            <a:r>
              <a:rPr lang="en" dirty="0"/>
              <a:t>ycle de vie d’un produit</a:t>
            </a:r>
            <a:endParaRPr dirty="0"/>
          </a:p>
        </p:txBody>
      </p:sp>
      <p:grpSp>
        <p:nvGrpSpPr>
          <p:cNvPr id="135" name="Google Shape;135;p27"/>
          <p:cNvGrpSpPr/>
          <p:nvPr/>
        </p:nvGrpSpPr>
        <p:grpSpPr>
          <a:xfrm>
            <a:off x="4488563" y="982834"/>
            <a:ext cx="3737453" cy="3143361"/>
            <a:chOff x="2662600" y="1361099"/>
            <a:chExt cx="3798225" cy="3194473"/>
          </a:xfrm>
        </p:grpSpPr>
        <p:sp>
          <p:nvSpPr>
            <p:cNvPr id="136" name="Google Shape;136;p27"/>
            <p:cNvSpPr/>
            <p:nvPr/>
          </p:nvSpPr>
          <p:spPr>
            <a:xfrm>
              <a:off x="3022514" y="1408001"/>
              <a:ext cx="3101100" cy="3101100"/>
            </a:xfrm>
            <a:prstGeom prst="ellipse">
              <a:avLst/>
            </a:prstGeom>
            <a:noFill/>
            <a:ln w="19050" cap="flat" cmpd="sng">
              <a:solidFill>
                <a:schemeClr val="dk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7"/>
            <p:cNvSpPr/>
            <p:nvPr/>
          </p:nvSpPr>
          <p:spPr>
            <a:xfrm>
              <a:off x="3202103" y="3774162"/>
              <a:ext cx="703200" cy="703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8" name="Google Shape;138;p27"/>
            <p:cNvSpPr/>
            <p:nvPr/>
          </p:nvSpPr>
          <p:spPr>
            <a:xfrm>
              <a:off x="3202100" y="1439841"/>
              <a:ext cx="703200" cy="703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 name="Google Shape;139;p27"/>
            <p:cNvSpPr/>
            <p:nvPr/>
          </p:nvSpPr>
          <p:spPr>
            <a:xfrm>
              <a:off x="2662600" y="2607009"/>
              <a:ext cx="703200" cy="703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0" name="Google Shape;140;p27"/>
            <p:cNvSpPr/>
            <p:nvPr/>
          </p:nvSpPr>
          <p:spPr>
            <a:xfrm>
              <a:off x="3666539" y="2063286"/>
              <a:ext cx="1790100" cy="17901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7"/>
            <p:cNvSpPr/>
            <p:nvPr/>
          </p:nvSpPr>
          <p:spPr>
            <a:xfrm flipH="1">
              <a:off x="5218122" y="3774162"/>
              <a:ext cx="703200" cy="703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 name="Google Shape;142;p27"/>
            <p:cNvSpPr/>
            <p:nvPr/>
          </p:nvSpPr>
          <p:spPr>
            <a:xfrm flipH="1">
              <a:off x="5218125" y="1439841"/>
              <a:ext cx="703200" cy="703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 name="Google Shape;143;p27"/>
            <p:cNvSpPr/>
            <p:nvPr/>
          </p:nvSpPr>
          <p:spPr>
            <a:xfrm flipH="1">
              <a:off x="5757625" y="2607009"/>
              <a:ext cx="703200" cy="703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44" name="Google Shape;144;p27"/>
            <p:cNvGrpSpPr/>
            <p:nvPr/>
          </p:nvGrpSpPr>
          <p:grpSpPr>
            <a:xfrm>
              <a:off x="3494481" y="4065715"/>
              <a:ext cx="120278" cy="179831"/>
              <a:chOff x="7157588" y="4033375"/>
              <a:chExt cx="110125" cy="164650"/>
            </a:xfrm>
          </p:grpSpPr>
          <p:sp>
            <p:nvSpPr>
              <p:cNvPr id="149" name="Google Shape;149;p27"/>
              <p:cNvSpPr/>
              <p:nvPr/>
            </p:nvSpPr>
            <p:spPr>
              <a:xfrm>
                <a:off x="7157588" y="4103775"/>
                <a:ext cx="110125" cy="94250"/>
              </a:xfrm>
              <a:custGeom>
                <a:avLst/>
                <a:gdLst/>
                <a:ahLst/>
                <a:cxnLst/>
                <a:rect l="l" t="t" r="r" b="b"/>
                <a:pathLst>
                  <a:path w="4405" h="3770" extrusionOk="0">
                    <a:moveTo>
                      <a:pt x="559" y="1"/>
                    </a:moveTo>
                    <a:cubicBezTo>
                      <a:pt x="217" y="1"/>
                      <a:pt x="0" y="373"/>
                      <a:pt x="155" y="683"/>
                    </a:cubicBezTo>
                    <a:lnTo>
                      <a:pt x="1830" y="3537"/>
                    </a:lnTo>
                    <a:cubicBezTo>
                      <a:pt x="1908" y="3692"/>
                      <a:pt x="2055" y="3769"/>
                      <a:pt x="2206" y="3769"/>
                    </a:cubicBezTo>
                    <a:cubicBezTo>
                      <a:pt x="2358" y="3769"/>
                      <a:pt x="2513" y="3692"/>
                      <a:pt x="2606" y="3537"/>
                    </a:cubicBezTo>
                    <a:lnTo>
                      <a:pt x="4250" y="683"/>
                    </a:lnTo>
                    <a:cubicBezTo>
                      <a:pt x="4405" y="373"/>
                      <a:pt x="4188" y="1"/>
                      <a:pt x="38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7"/>
              <p:cNvSpPr/>
              <p:nvPr/>
            </p:nvSpPr>
            <p:spPr>
              <a:xfrm>
                <a:off x="7203313" y="4033375"/>
                <a:ext cx="19425" cy="13825"/>
              </a:xfrm>
              <a:custGeom>
                <a:avLst/>
                <a:gdLst/>
                <a:ahLst/>
                <a:cxnLst/>
                <a:rect l="l" t="t" r="r" b="b"/>
                <a:pathLst>
                  <a:path w="777" h="553" extrusionOk="0">
                    <a:moveTo>
                      <a:pt x="376" y="0"/>
                    </a:moveTo>
                    <a:cubicBezTo>
                      <a:pt x="136" y="0"/>
                      <a:pt x="0" y="303"/>
                      <a:pt x="187" y="490"/>
                    </a:cubicBezTo>
                    <a:cubicBezTo>
                      <a:pt x="218" y="521"/>
                      <a:pt x="312" y="552"/>
                      <a:pt x="374" y="552"/>
                    </a:cubicBezTo>
                    <a:cubicBezTo>
                      <a:pt x="684" y="552"/>
                      <a:pt x="777" y="149"/>
                      <a:pt x="498" y="25"/>
                    </a:cubicBezTo>
                    <a:cubicBezTo>
                      <a:pt x="455" y="8"/>
                      <a:pt x="414" y="0"/>
                      <a:pt x="37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 name="Google Shape;153;p27"/>
            <p:cNvGrpSpPr/>
            <p:nvPr/>
          </p:nvGrpSpPr>
          <p:grpSpPr>
            <a:xfrm>
              <a:off x="5526668" y="4012769"/>
              <a:ext cx="225512" cy="197114"/>
              <a:chOff x="7926688" y="3439425"/>
              <a:chExt cx="206475" cy="180475"/>
            </a:xfrm>
          </p:grpSpPr>
          <p:sp>
            <p:nvSpPr>
              <p:cNvPr id="156" name="Google Shape;156;p27"/>
              <p:cNvSpPr/>
              <p:nvPr/>
            </p:nvSpPr>
            <p:spPr>
              <a:xfrm>
                <a:off x="8099013" y="3581875"/>
                <a:ext cx="34150" cy="31825"/>
              </a:xfrm>
              <a:custGeom>
                <a:avLst/>
                <a:gdLst/>
                <a:ahLst/>
                <a:cxnLst/>
                <a:rect l="l" t="t" r="r" b="b"/>
                <a:pathLst>
                  <a:path w="1366" h="1273" extrusionOk="0">
                    <a:moveTo>
                      <a:pt x="1" y="1"/>
                    </a:moveTo>
                    <a:lnTo>
                      <a:pt x="1" y="776"/>
                    </a:lnTo>
                    <a:cubicBezTo>
                      <a:pt x="1" y="1055"/>
                      <a:pt x="218" y="1241"/>
                      <a:pt x="466" y="1241"/>
                    </a:cubicBezTo>
                    <a:lnTo>
                      <a:pt x="1366" y="1272"/>
                    </a:lnTo>
                    <a:cubicBezTo>
                      <a:pt x="1210" y="590"/>
                      <a:pt x="683" y="94"/>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7"/>
              <p:cNvSpPr/>
              <p:nvPr/>
            </p:nvSpPr>
            <p:spPr>
              <a:xfrm>
                <a:off x="8000538" y="3605925"/>
                <a:ext cx="23275" cy="13975"/>
              </a:xfrm>
              <a:custGeom>
                <a:avLst/>
                <a:gdLst/>
                <a:ahLst/>
                <a:cxnLst/>
                <a:rect l="l" t="t" r="r" b="b"/>
                <a:pathLst>
                  <a:path w="931" h="559" extrusionOk="0">
                    <a:moveTo>
                      <a:pt x="279" y="0"/>
                    </a:moveTo>
                    <a:cubicBezTo>
                      <a:pt x="124" y="0"/>
                      <a:pt x="0" y="124"/>
                      <a:pt x="0" y="279"/>
                    </a:cubicBezTo>
                    <a:cubicBezTo>
                      <a:pt x="0" y="435"/>
                      <a:pt x="124" y="559"/>
                      <a:pt x="279" y="559"/>
                    </a:cubicBezTo>
                    <a:lnTo>
                      <a:pt x="683" y="559"/>
                    </a:lnTo>
                    <a:cubicBezTo>
                      <a:pt x="807" y="559"/>
                      <a:pt x="931" y="435"/>
                      <a:pt x="931" y="279"/>
                    </a:cubicBezTo>
                    <a:cubicBezTo>
                      <a:pt x="931" y="124"/>
                      <a:pt x="807" y="0"/>
                      <a:pt x="68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7"/>
              <p:cNvSpPr/>
              <p:nvPr/>
            </p:nvSpPr>
            <p:spPr>
              <a:xfrm>
                <a:off x="7926688" y="3439425"/>
                <a:ext cx="14925" cy="12975"/>
              </a:xfrm>
              <a:custGeom>
                <a:avLst/>
                <a:gdLst/>
                <a:ahLst/>
                <a:cxnLst/>
                <a:rect l="l" t="t" r="r" b="b"/>
                <a:pathLst>
                  <a:path w="597" h="519" extrusionOk="0">
                    <a:moveTo>
                      <a:pt x="382" y="1"/>
                    </a:moveTo>
                    <a:cubicBezTo>
                      <a:pt x="156" y="1"/>
                      <a:pt x="0" y="519"/>
                      <a:pt x="318" y="519"/>
                    </a:cubicBezTo>
                    <a:cubicBezTo>
                      <a:pt x="380" y="519"/>
                      <a:pt x="442" y="488"/>
                      <a:pt x="504" y="425"/>
                    </a:cubicBezTo>
                    <a:cubicBezTo>
                      <a:pt x="597" y="332"/>
                      <a:pt x="597" y="146"/>
                      <a:pt x="504" y="53"/>
                    </a:cubicBezTo>
                    <a:cubicBezTo>
                      <a:pt x="462" y="16"/>
                      <a:pt x="421" y="1"/>
                      <a:pt x="38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0" name="Google Shape;170;p27"/>
            <p:cNvSpPr/>
            <p:nvPr/>
          </p:nvSpPr>
          <p:spPr>
            <a:xfrm>
              <a:off x="6179305" y="2930798"/>
              <a:ext cx="15627" cy="15069"/>
            </a:xfrm>
            <a:custGeom>
              <a:avLst/>
              <a:gdLst/>
              <a:ahLst/>
              <a:cxnLst/>
              <a:rect l="l" t="t" r="r" b="b"/>
              <a:pathLst>
                <a:path w="560" h="540" extrusionOk="0">
                  <a:moveTo>
                    <a:pt x="225" y="0"/>
                  </a:moveTo>
                  <a:cubicBezTo>
                    <a:pt x="173" y="0"/>
                    <a:pt x="117" y="29"/>
                    <a:pt x="94" y="74"/>
                  </a:cubicBezTo>
                  <a:cubicBezTo>
                    <a:pt x="32" y="136"/>
                    <a:pt x="1" y="198"/>
                    <a:pt x="1" y="260"/>
                  </a:cubicBezTo>
                  <a:cubicBezTo>
                    <a:pt x="1" y="353"/>
                    <a:pt x="32" y="416"/>
                    <a:pt x="94" y="478"/>
                  </a:cubicBezTo>
                  <a:cubicBezTo>
                    <a:pt x="125" y="509"/>
                    <a:pt x="218" y="540"/>
                    <a:pt x="280" y="540"/>
                  </a:cubicBezTo>
                  <a:cubicBezTo>
                    <a:pt x="435" y="540"/>
                    <a:pt x="559" y="416"/>
                    <a:pt x="559" y="260"/>
                  </a:cubicBezTo>
                  <a:cubicBezTo>
                    <a:pt x="559" y="198"/>
                    <a:pt x="528" y="136"/>
                    <a:pt x="466" y="74"/>
                  </a:cubicBezTo>
                  <a:cubicBezTo>
                    <a:pt x="421" y="29"/>
                    <a:pt x="375" y="0"/>
                    <a:pt x="330" y="0"/>
                  </a:cubicBezTo>
                  <a:cubicBezTo>
                    <a:pt x="313" y="0"/>
                    <a:pt x="297" y="4"/>
                    <a:pt x="280" y="12"/>
                  </a:cubicBezTo>
                  <a:cubicBezTo>
                    <a:pt x="263" y="4"/>
                    <a:pt x="245" y="0"/>
                    <a:pt x="22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1" name="Google Shape;171;p27"/>
            <p:cNvGrpSpPr/>
            <p:nvPr/>
          </p:nvGrpSpPr>
          <p:grpSpPr>
            <a:xfrm>
              <a:off x="4332357" y="2717593"/>
              <a:ext cx="481595" cy="481595"/>
              <a:chOff x="7038163" y="2248050"/>
              <a:chExt cx="348200" cy="348225"/>
            </a:xfrm>
          </p:grpSpPr>
          <p:sp>
            <p:nvSpPr>
              <p:cNvPr id="172" name="Google Shape;172;p27"/>
              <p:cNvSpPr/>
              <p:nvPr/>
            </p:nvSpPr>
            <p:spPr>
              <a:xfrm>
                <a:off x="7212638" y="2457250"/>
                <a:ext cx="126425" cy="60875"/>
              </a:xfrm>
              <a:custGeom>
                <a:avLst/>
                <a:gdLst/>
                <a:ahLst/>
                <a:cxnLst/>
                <a:rect l="l" t="t" r="r" b="b"/>
                <a:pathLst>
                  <a:path w="5057" h="2435" extrusionOk="0">
                    <a:moveTo>
                      <a:pt x="1244" y="1"/>
                    </a:moveTo>
                    <a:cubicBezTo>
                      <a:pt x="1179" y="1"/>
                      <a:pt x="1113" y="22"/>
                      <a:pt x="1055" y="70"/>
                    </a:cubicBezTo>
                    <a:lnTo>
                      <a:pt x="94" y="1032"/>
                    </a:lnTo>
                    <a:cubicBezTo>
                      <a:pt x="1" y="1125"/>
                      <a:pt x="1" y="1311"/>
                      <a:pt x="94" y="1404"/>
                    </a:cubicBezTo>
                    <a:lnTo>
                      <a:pt x="1055" y="2365"/>
                    </a:lnTo>
                    <a:cubicBezTo>
                      <a:pt x="1113" y="2414"/>
                      <a:pt x="1179" y="2435"/>
                      <a:pt x="1244" y="2435"/>
                    </a:cubicBezTo>
                    <a:cubicBezTo>
                      <a:pt x="1388" y="2435"/>
                      <a:pt x="1521" y="2329"/>
                      <a:pt x="1521" y="2179"/>
                    </a:cubicBezTo>
                    <a:lnTo>
                      <a:pt x="1521" y="2086"/>
                    </a:lnTo>
                    <a:lnTo>
                      <a:pt x="4095" y="2086"/>
                    </a:lnTo>
                    <a:lnTo>
                      <a:pt x="5057" y="411"/>
                    </a:lnTo>
                    <a:lnTo>
                      <a:pt x="1521" y="411"/>
                    </a:lnTo>
                    <a:lnTo>
                      <a:pt x="1521" y="256"/>
                    </a:lnTo>
                    <a:cubicBezTo>
                      <a:pt x="1521" y="106"/>
                      <a:pt x="1388" y="1"/>
                      <a:pt x="1244" y="1"/>
                    </a:cubicBezTo>
                    <a:close/>
                  </a:path>
                </a:pathLst>
              </a:custGeom>
              <a:solidFill>
                <a:srgbClr val="78D0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7"/>
              <p:cNvSpPr/>
              <p:nvPr/>
            </p:nvSpPr>
            <p:spPr>
              <a:xfrm>
                <a:off x="7266138" y="2404700"/>
                <a:ext cx="72925" cy="62850"/>
              </a:xfrm>
              <a:custGeom>
                <a:avLst/>
                <a:gdLst/>
                <a:ahLst/>
                <a:cxnLst/>
                <a:rect l="l" t="t" r="r" b="b"/>
                <a:pathLst>
                  <a:path w="2917" h="2514" extrusionOk="0">
                    <a:moveTo>
                      <a:pt x="1459" y="1"/>
                    </a:moveTo>
                    <a:lnTo>
                      <a:pt x="1" y="838"/>
                    </a:lnTo>
                    <a:lnTo>
                      <a:pt x="963" y="2513"/>
                    </a:lnTo>
                    <a:lnTo>
                      <a:pt x="2917" y="2513"/>
                    </a:lnTo>
                    <a:lnTo>
                      <a:pt x="1459" y="1"/>
                    </a:lnTo>
                    <a:close/>
                  </a:path>
                </a:pathLst>
              </a:custGeom>
              <a:solidFill>
                <a:srgbClr val="78D0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7"/>
              <p:cNvSpPr/>
              <p:nvPr/>
            </p:nvSpPr>
            <p:spPr>
              <a:xfrm>
                <a:off x="7188588" y="2289925"/>
                <a:ext cx="92750" cy="99450"/>
              </a:xfrm>
              <a:custGeom>
                <a:avLst/>
                <a:gdLst/>
                <a:ahLst/>
                <a:cxnLst/>
                <a:rect l="l" t="t" r="r" b="b"/>
                <a:pathLst>
                  <a:path w="3710" h="3978" extrusionOk="0">
                    <a:moveTo>
                      <a:pt x="1" y="1"/>
                    </a:moveTo>
                    <a:lnTo>
                      <a:pt x="1769" y="3041"/>
                    </a:lnTo>
                    <a:lnTo>
                      <a:pt x="1645" y="3134"/>
                    </a:lnTo>
                    <a:cubicBezTo>
                      <a:pt x="1428" y="3227"/>
                      <a:pt x="1459" y="3568"/>
                      <a:pt x="1707" y="3630"/>
                    </a:cubicBezTo>
                    <a:lnTo>
                      <a:pt x="3010" y="3971"/>
                    </a:lnTo>
                    <a:cubicBezTo>
                      <a:pt x="3026" y="3975"/>
                      <a:pt x="3043" y="3977"/>
                      <a:pt x="3060" y="3977"/>
                    </a:cubicBezTo>
                    <a:cubicBezTo>
                      <a:pt x="3173" y="3977"/>
                      <a:pt x="3293" y="3893"/>
                      <a:pt x="3320" y="3785"/>
                    </a:cubicBezTo>
                    <a:lnTo>
                      <a:pt x="3661" y="2482"/>
                    </a:lnTo>
                    <a:cubicBezTo>
                      <a:pt x="3710" y="2289"/>
                      <a:pt x="3588" y="2133"/>
                      <a:pt x="3429" y="2133"/>
                    </a:cubicBezTo>
                    <a:cubicBezTo>
                      <a:pt x="3384" y="2133"/>
                      <a:pt x="3337" y="2145"/>
                      <a:pt x="3289" y="2172"/>
                    </a:cubicBezTo>
                    <a:lnTo>
                      <a:pt x="3196" y="2234"/>
                    </a:lnTo>
                    <a:lnTo>
                      <a:pt x="1924" y="1"/>
                    </a:lnTo>
                    <a:close/>
                  </a:path>
                </a:pathLst>
              </a:custGeom>
              <a:solidFill>
                <a:srgbClr val="78D0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7"/>
              <p:cNvSpPr/>
              <p:nvPr/>
            </p:nvSpPr>
            <p:spPr>
              <a:xfrm>
                <a:off x="7152163" y="2289925"/>
                <a:ext cx="75225" cy="83000"/>
              </a:xfrm>
              <a:custGeom>
                <a:avLst/>
                <a:gdLst/>
                <a:ahLst/>
                <a:cxnLst/>
                <a:rect l="l" t="t" r="r" b="b"/>
                <a:pathLst>
                  <a:path w="3009" h="3320" extrusionOk="0">
                    <a:moveTo>
                      <a:pt x="2420" y="1645"/>
                    </a:moveTo>
                    <a:lnTo>
                      <a:pt x="2417" y="1650"/>
                    </a:lnTo>
                    <a:lnTo>
                      <a:pt x="3009" y="2669"/>
                    </a:lnTo>
                    <a:lnTo>
                      <a:pt x="3009" y="2669"/>
                    </a:lnTo>
                    <a:lnTo>
                      <a:pt x="2420" y="1645"/>
                    </a:lnTo>
                    <a:close/>
                    <a:moveTo>
                      <a:pt x="1458" y="1"/>
                    </a:moveTo>
                    <a:lnTo>
                      <a:pt x="0" y="2513"/>
                    </a:lnTo>
                    <a:lnTo>
                      <a:pt x="1458" y="3320"/>
                    </a:lnTo>
                    <a:lnTo>
                      <a:pt x="2417" y="1650"/>
                    </a:lnTo>
                    <a:lnTo>
                      <a:pt x="1458" y="1"/>
                    </a:lnTo>
                    <a:close/>
                  </a:path>
                </a:pathLst>
              </a:custGeom>
              <a:solidFill>
                <a:srgbClr val="78D0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7"/>
              <p:cNvSpPr/>
              <p:nvPr/>
            </p:nvSpPr>
            <p:spPr>
              <a:xfrm>
                <a:off x="7085463" y="2388700"/>
                <a:ext cx="81950" cy="119950"/>
              </a:xfrm>
              <a:custGeom>
                <a:avLst/>
                <a:gdLst/>
                <a:ahLst/>
                <a:cxnLst/>
                <a:rect l="l" t="t" r="r" b="b"/>
                <a:pathLst>
                  <a:path w="3278" h="4798" extrusionOk="0">
                    <a:moveTo>
                      <a:pt x="2642" y="1"/>
                    </a:moveTo>
                    <a:cubicBezTo>
                      <a:pt x="2610" y="1"/>
                      <a:pt x="2577" y="7"/>
                      <a:pt x="2544" y="20"/>
                    </a:cubicBezTo>
                    <a:lnTo>
                      <a:pt x="1272" y="362"/>
                    </a:lnTo>
                    <a:cubicBezTo>
                      <a:pt x="1024" y="424"/>
                      <a:pt x="993" y="734"/>
                      <a:pt x="1179" y="858"/>
                    </a:cubicBezTo>
                    <a:lnTo>
                      <a:pt x="1272" y="920"/>
                    </a:lnTo>
                    <a:lnTo>
                      <a:pt x="0" y="3122"/>
                    </a:lnTo>
                    <a:lnTo>
                      <a:pt x="962" y="4797"/>
                    </a:lnTo>
                    <a:lnTo>
                      <a:pt x="2730" y="1726"/>
                    </a:lnTo>
                    <a:lnTo>
                      <a:pt x="2854" y="1819"/>
                    </a:lnTo>
                    <a:cubicBezTo>
                      <a:pt x="2888" y="1836"/>
                      <a:pt x="2924" y="1844"/>
                      <a:pt x="2959" y="1844"/>
                    </a:cubicBezTo>
                    <a:cubicBezTo>
                      <a:pt x="3120" y="1844"/>
                      <a:pt x="3277" y="1687"/>
                      <a:pt x="3226" y="1509"/>
                    </a:cubicBezTo>
                    <a:lnTo>
                      <a:pt x="2885" y="206"/>
                    </a:lnTo>
                    <a:cubicBezTo>
                      <a:pt x="2861" y="85"/>
                      <a:pt x="2760" y="1"/>
                      <a:pt x="2642" y="1"/>
                    </a:cubicBezTo>
                    <a:close/>
                  </a:path>
                </a:pathLst>
              </a:custGeom>
              <a:solidFill>
                <a:srgbClr val="78D0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7"/>
              <p:cNvSpPr/>
              <p:nvPr/>
            </p:nvSpPr>
            <p:spPr>
              <a:xfrm>
                <a:off x="7109513" y="2441925"/>
                <a:ext cx="72125" cy="66725"/>
              </a:xfrm>
              <a:custGeom>
                <a:avLst/>
                <a:gdLst/>
                <a:ahLst/>
                <a:cxnLst/>
                <a:rect l="l" t="t" r="r" b="b"/>
                <a:pathLst>
                  <a:path w="2885" h="2669" extrusionOk="0">
                    <a:moveTo>
                      <a:pt x="1551" y="1"/>
                    </a:moveTo>
                    <a:lnTo>
                      <a:pt x="962" y="993"/>
                    </a:lnTo>
                    <a:lnTo>
                      <a:pt x="974" y="993"/>
                    </a:lnTo>
                    <a:lnTo>
                      <a:pt x="1551" y="1"/>
                    </a:lnTo>
                    <a:close/>
                    <a:moveTo>
                      <a:pt x="974" y="993"/>
                    </a:moveTo>
                    <a:lnTo>
                      <a:pt x="0" y="2668"/>
                    </a:lnTo>
                    <a:lnTo>
                      <a:pt x="2885" y="2668"/>
                    </a:lnTo>
                    <a:lnTo>
                      <a:pt x="2885" y="993"/>
                    </a:lnTo>
                    <a:close/>
                  </a:path>
                </a:pathLst>
              </a:custGeom>
              <a:solidFill>
                <a:srgbClr val="78D0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7"/>
              <p:cNvSpPr/>
              <p:nvPr/>
            </p:nvSpPr>
            <p:spPr>
              <a:xfrm>
                <a:off x="7194038" y="2248050"/>
                <a:ext cx="33875" cy="13250"/>
              </a:xfrm>
              <a:custGeom>
                <a:avLst/>
                <a:gdLst/>
                <a:ahLst/>
                <a:cxnLst/>
                <a:rect l="l" t="t" r="r" b="b"/>
                <a:pathLst>
                  <a:path w="1355" h="530" extrusionOk="0">
                    <a:moveTo>
                      <a:pt x="248" y="1"/>
                    </a:moveTo>
                    <a:cubicBezTo>
                      <a:pt x="93" y="1"/>
                      <a:pt x="0" y="125"/>
                      <a:pt x="0" y="280"/>
                    </a:cubicBezTo>
                    <a:cubicBezTo>
                      <a:pt x="0" y="435"/>
                      <a:pt x="124" y="528"/>
                      <a:pt x="279" y="528"/>
                    </a:cubicBezTo>
                    <a:lnTo>
                      <a:pt x="962" y="528"/>
                    </a:lnTo>
                    <a:cubicBezTo>
                      <a:pt x="972" y="529"/>
                      <a:pt x="982" y="529"/>
                      <a:pt x="991" y="529"/>
                    </a:cubicBezTo>
                    <a:cubicBezTo>
                      <a:pt x="1335" y="529"/>
                      <a:pt x="1355" y="1"/>
                      <a:pt x="99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7"/>
              <p:cNvSpPr/>
              <p:nvPr/>
            </p:nvSpPr>
            <p:spPr>
              <a:xfrm>
                <a:off x="7317263" y="2293000"/>
                <a:ext cx="24900" cy="21775"/>
              </a:xfrm>
              <a:custGeom>
                <a:avLst/>
                <a:gdLst/>
                <a:ahLst/>
                <a:cxnLst/>
                <a:rect l="l" t="t" r="r" b="b"/>
                <a:pathLst>
                  <a:path w="996" h="871" extrusionOk="0">
                    <a:moveTo>
                      <a:pt x="372" y="0"/>
                    </a:moveTo>
                    <a:cubicBezTo>
                      <a:pt x="171" y="0"/>
                      <a:pt x="1" y="279"/>
                      <a:pt x="189" y="467"/>
                    </a:cubicBezTo>
                    <a:cubicBezTo>
                      <a:pt x="282" y="560"/>
                      <a:pt x="375" y="653"/>
                      <a:pt x="468" y="777"/>
                    </a:cubicBezTo>
                    <a:lnTo>
                      <a:pt x="500" y="777"/>
                    </a:lnTo>
                    <a:cubicBezTo>
                      <a:pt x="562" y="840"/>
                      <a:pt x="624" y="871"/>
                      <a:pt x="717" y="871"/>
                    </a:cubicBezTo>
                    <a:cubicBezTo>
                      <a:pt x="779" y="871"/>
                      <a:pt x="841" y="840"/>
                      <a:pt x="903" y="777"/>
                    </a:cubicBezTo>
                    <a:cubicBezTo>
                      <a:pt x="996" y="684"/>
                      <a:pt x="996" y="498"/>
                      <a:pt x="903" y="405"/>
                    </a:cubicBezTo>
                    <a:cubicBezTo>
                      <a:pt x="779" y="281"/>
                      <a:pt x="686" y="188"/>
                      <a:pt x="562" y="95"/>
                    </a:cubicBezTo>
                    <a:cubicBezTo>
                      <a:pt x="502" y="28"/>
                      <a:pt x="435" y="0"/>
                      <a:pt x="37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7"/>
              <p:cNvSpPr/>
              <p:nvPr/>
            </p:nvSpPr>
            <p:spPr>
              <a:xfrm>
                <a:off x="7040488" y="2370450"/>
                <a:ext cx="17725" cy="24200"/>
              </a:xfrm>
              <a:custGeom>
                <a:avLst/>
                <a:gdLst/>
                <a:ahLst/>
                <a:cxnLst/>
                <a:rect l="l" t="t" r="r" b="b"/>
                <a:pathLst>
                  <a:path w="709" h="968" extrusionOk="0">
                    <a:moveTo>
                      <a:pt x="384" y="1"/>
                    </a:moveTo>
                    <a:cubicBezTo>
                      <a:pt x="279" y="1"/>
                      <a:pt x="173" y="58"/>
                      <a:pt x="124" y="192"/>
                    </a:cubicBezTo>
                    <a:cubicBezTo>
                      <a:pt x="93" y="347"/>
                      <a:pt x="62" y="502"/>
                      <a:pt x="31" y="657"/>
                    </a:cubicBezTo>
                    <a:cubicBezTo>
                      <a:pt x="0" y="781"/>
                      <a:pt x="93" y="936"/>
                      <a:pt x="248" y="967"/>
                    </a:cubicBezTo>
                    <a:lnTo>
                      <a:pt x="310" y="967"/>
                    </a:lnTo>
                    <a:cubicBezTo>
                      <a:pt x="435" y="967"/>
                      <a:pt x="528" y="874"/>
                      <a:pt x="559" y="750"/>
                    </a:cubicBezTo>
                    <a:cubicBezTo>
                      <a:pt x="590" y="595"/>
                      <a:pt x="621" y="471"/>
                      <a:pt x="652" y="347"/>
                    </a:cubicBezTo>
                    <a:cubicBezTo>
                      <a:pt x="708" y="140"/>
                      <a:pt x="547" y="1"/>
                      <a:pt x="38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7"/>
              <p:cNvSpPr/>
              <p:nvPr/>
            </p:nvSpPr>
            <p:spPr>
              <a:xfrm>
                <a:off x="7057538" y="2496650"/>
                <a:ext cx="21750" cy="23625"/>
              </a:xfrm>
              <a:custGeom>
                <a:avLst/>
                <a:gdLst/>
                <a:ahLst/>
                <a:cxnLst/>
                <a:rect l="l" t="t" r="r" b="b"/>
                <a:pathLst>
                  <a:path w="870" h="945" extrusionOk="0">
                    <a:moveTo>
                      <a:pt x="325" y="0"/>
                    </a:moveTo>
                    <a:cubicBezTo>
                      <a:pt x="276" y="0"/>
                      <a:pt x="228" y="14"/>
                      <a:pt x="187" y="45"/>
                    </a:cubicBezTo>
                    <a:cubicBezTo>
                      <a:pt x="32" y="107"/>
                      <a:pt x="1" y="293"/>
                      <a:pt x="63" y="448"/>
                    </a:cubicBezTo>
                    <a:cubicBezTo>
                      <a:pt x="156" y="572"/>
                      <a:pt x="218" y="696"/>
                      <a:pt x="311" y="821"/>
                    </a:cubicBezTo>
                    <a:cubicBezTo>
                      <a:pt x="373" y="914"/>
                      <a:pt x="435" y="945"/>
                      <a:pt x="528" y="945"/>
                    </a:cubicBezTo>
                    <a:cubicBezTo>
                      <a:pt x="590" y="945"/>
                      <a:pt x="652" y="914"/>
                      <a:pt x="683" y="883"/>
                    </a:cubicBezTo>
                    <a:cubicBezTo>
                      <a:pt x="807" y="821"/>
                      <a:pt x="869" y="634"/>
                      <a:pt x="776" y="510"/>
                    </a:cubicBezTo>
                    <a:cubicBezTo>
                      <a:pt x="683" y="386"/>
                      <a:pt x="621" y="262"/>
                      <a:pt x="559" y="138"/>
                    </a:cubicBezTo>
                    <a:cubicBezTo>
                      <a:pt x="518" y="55"/>
                      <a:pt x="421" y="0"/>
                      <a:pt x="32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7"/>
              <p:cNvSpPr/>
              <p:nvPr/>
            </p:nvSpPr>
            <p:spPr>
              <a:xfrm>
                <a:off x="7041438" y="2457025"/>
                <a:ext cx="18450" cy="24275"/>
              </a:xfrm>
              <a:custGeom>
                <a:avLst/>
                <a:gdLst/>
                <a:ahLst/>
                <a:cxnLst/>
                <a:rect l="l" t="t" r="r" b="b"/>
                <a:pathLst>
                  <a:path w="738" h="971" extrusionOk="0">
                    <a:moveTo>
                      <a:pt x="320" y="1"/>
                    </a:moveTo>
                    <a:cubicBezTo>
                      <a:pt x="160" y="1"/>
                      <a:pt x="1" y="127"/>
                      <a:pt x="55" y="327"/>
                    </a:cubicBezTo>
                    <a:cubicBezTo>
                      <a:pt x="86" y="482"/>
                      <a:pt x="148" y="637"/>
                      <a:pt x="179" y="761"/>
                    </a:cubicBezTo>
                    <a:cubicBezTo>
                      <a:pt x="210" y="886"/>
                      <a:pt x="335" y="948"/>
                      <a:pt x="459" y="948"/>
                    </a:cubicBezTo>
                    <a:cubicBezTo>
                      <a:pt x="474" y="963"/>
                      <a:pt x="482" y="971"/>
                      <a:pt x="490" y="971"/>
                    </a:cubicBezTo>
                    <a:cubicBezTo>
                      <a:pt x="497" y="971"/>
                      <a:pt x="505" y="963"/>
                      <a:pt x="521" y="948"/>
                    </a:cubicBezTo>
                    <a:cubicBezTo>
                      <a:pt x="676" y="917"/>
                      <a:pt x="738" y="761"/>
                      <a:pt x="707" y="606"/>
                    </a:cubicBezTo>
                    <a:lnTo>
                      <a:pt x="707" y="575"/>
                    </a:lnTo>
                    <a:cubicBezTo>
                      <a:pt x="676" y="451"/>
                      <a:pt x="614" y="327"/>
                      <a:pt x="583" y="203"/>
                    </a:cubicBezTo>
                    <a:cubicBezTo>
                      <a:pt x="544" y="63"/>
                      <a:pt x="432" y="1"/>
                      <a:pt x="32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7"/>
              <p:cNvSpPr/>
              <p:nvPr/>
            </p:nvSpPr>
            <p:spPr>
              <a:xfrm>
                <a:off x="7038163" y="2413225"/>
                <a:ext cx="13200" cy="24850"/>
              </a:xfrm>
              <a:custGeom>
                <a:avLst/>
                <a:gdLst/>
                <a:ahLst/>
                <a:cxnLst/>
                <a:rect l="l" t="t" r="r" b="b"/>
                <a:pathLst>
                  <a:path w="528" h="994" extrusionOk="0">
                    <a:moveTo>
                      <a:pt x="264" y="1"/>
                    </a:moveTo>
                    <a:cubicBezTo>
                      <a:pt x="132" y="1"/>
                      <a:pt x="0" y="94"/>
                      <a:pt x="0" y="280"/>
                    </a:cubicBezTo>
                    <a:lnTo>
                      <a:pt x="0" y="342"/>
                    </a:lnTo>
                    <a:lnTo>
                      <a:pt x="0" y="745"/>
                    </a:lnTo>
                    <a:cubicBezTo>
                      <a:pt x="0" y="900"/>
                      <a:pt x="124" y="994"/>
                      <a:pt x="279" y="994"/>
                    </a:cubicBezTo>
                    <a:cubicBezTo>
                      <a:pt x="435" y="963"/>
                      <a:pt x="528" y="838"/>
                      <a:pt x="528" y="714"/>
                    </a:cubicBezTo>
                    <a:lnTo>
                      <a:pt x="528" y="342"/>
                    </a:lnTo>
                    <a:lnTo>
                      <a:pt x="528" y="280"/>
                    </a:lnTo>
                    <a:cubicBezTo>
                      <a:pt x="528" y="94"/>
                      <a:pt x="396" y="1"/>
                      <a:pt x="26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7"/>
              <p:cNvSpPr/>
              <p:nvPr/>
            </p:nvSpPr>
            <p:spPr>
              <a:xfrm>
                <a:off x="7363838" y="2365700"/>
                <a:ext cx="19425" cy="24300"/>
              </a:xfrm>
              <a:custGeom>
                <a:avLst/>
                <a:gdLst/>
                <a:ahLst/>
                <a:cxnLst/>
                <a:rect l="l" t="t" r="r" b="b"/>
                <a:pathLst>
                  <a:path w="777" h="972" extrusionOk="0">
                    <a:moveTo>
                      <a:pt x="369" y="0"/>
                    </a:moveTo>
                    <a:cubicBezTo>
                      <a:pt x="190" y="0"/>
                      <a:pt x="1" y="157"/>
                      <a:pt x="94" y="382"/>
                    </a:cubicBezTo>
                    <a:cubicBezTo>
                      <a:pt x="125" y="506"/>
                      <a:pt x="156" y="661"/>
                      <a:pt x="187" y="785"/>
                    </a:cubicBezTo>
                    <a:cubicBezTo>
                      <a:pt x="218" y="909"/>
                      <a:pt x="343" y="971"/>
                      <a:pt x="467" y="971"/>
                    </a:cubicBezTo>
                    <a:lnTo>
                      <a:pt x="560" y="971"/>
                    </a:lnTo>
                    <a:cubicBezTo>
                      <a:pt x="684" y="940"/>
                      <a:pt x="777" y="785"/>
                      <a:pt x="746" y="661"/>
                    </a:cubicBezTo>
                    <a:cubicBezTo>
                      <a:pt x="715" y="506"/>
                      <a:pt x="684" y="351"/>
                      <a:pt x="622" y="227"/>
                    </a:cubicBezTo>
                    <a:cubicBezTo>
                      <a:pt x="597" y="67"/>
                      <a:pt x="485" y="0"/>
                      <a:pt x="36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7"/>
              <p:cNvSpPr/>
              <p:nvPr/>
            </p:nvSpPr>
            <p:spPr>
              <a:xfrm>
                <a:off x="7282088" y="2267200"/>
                <a:ext cx="27500" cy="19650"/>
              </a:xfrm>
              <a:custGeom>
                <a:avLst/>
                <a:gdLst/>
                <a:ahLst/>
                <a:cxnLst/>
                <a:rect l="l" t="t" r="r" b="b"/>
                <a:pathLst>
                  <a:path w="1100" h="786" extrusionOk="0">
                    <a:moveTo>
                      <a:pt x="402" y="0"/>
                    </a:moveTo>
                    <a:cubicBezTo>
                      <a:pt x="159" y="0"/>
                      <a:pt x="0" y="375"/>
                      <a:pt x="262" y="507"/>
                    </a:cubicBezTo>
                    <a:lnTo>
                      <a:pt x="262" y="538"/>
                    </a:lnTo>
                    <a:cubicBezTo>
                      <a:pt x="387" y="600"/>
                      <a:pt x="511" y="662"/>
                      <a:pt x="635" y="755"/>
                    </a:cubicBezTo>
                    <a:cubicBezTo>
                      <a:pt x="666" y="786"/>
                      <a:pt x="728" y="786"/>
                      <a:pt x="790" y="786"/>
                    </a:cubicBezTo>
                    <a:cubicBezTo>
                      <a:pt x="883" y="786"/>
                      <a:pt x="945" y="724"/>
                      <a:pt x="1007" y="662"/>
                    </a:cubicBezTo>
                    <a:cubicBezTo>
                      <a:pt x="1100" y="538"/>
                      <a:pt x="1069" y="352"/>
                      <a:pt x="914" y="259"/>
                    </a:cubicBezTo>
                    <a:cubicBezTo>
                      <a:pt x="790" y="196"/>
                      <a:pt x="666" y="103"/>
                      <a:pt x="542" y="41"/>
                    </a:cubicBezTo>
                    <a:cubicBezTo>
                      <a:pt x="494" y="13"/>
                      <a:pt x="447" y="0"/>
                      <a:pt x="40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7"/>
              <p:cNvSpPr/>
              <p:nvPr/>
            </p:nvSpPr>
            <p:spPr>
              <a:xfrm>
                <a:off x="7111838" y="2269475"/>
                <a:ext cx="26675" cy="19700"/>
              </a:xfrm>
              <a:custGeom>
                <a:avLst/>
                <a:gdLst/>
                <a:ahLst/>
                <a:cxnLst/>
                <a:rect l="l" t="t" r="r" b="b"/>
                <a:pathLst>
                  <a:path w="1067" h="788" extrusionOk="0">
                    <a:moveTo>
                      <a:pt x="683" y="0"/>
                    </a:moveTo>
                    <a:cubicBezTo>
                      <a:pt x="635" y="0"/>
                      <a:pt x="583" y="13"/>
                      <a:pt x="527" y="43"/>
                    </a:cubicBezTo>
                    <a:cubicBezTo>
                      <a:pt x="403" y="105"/>
                      <a:pt x="279" y="199"/>
                      <a:pt x="155" y="292"/>
                    </a:cubicBezTo>
                    <a:cubicBezTo>
                      <a:pt x="31" y="354"/>
                      <a:pt x="0" y="540"/>
                      <a:pt x="93" y="664"/>
                    </a:cubicBezTo>
                    <a:cubicBezTo>
                      <a:pt x="124" y="757"/>
                      <a:pt x="217" y="788"/>
                      <a:pt x="310" y="788"/>
                    </a:cubicBezTo>
                    <a:cubicBezTo>
                      <a:pt x="372" y="788"/>
                      <a:pt x="403" y="757"/>
                      <a:pt x="465" y="726"/>
                    </a:cubicBezTo>
                    <a:cubicBezTo>
                      <a:pt x="558" y="664"/>
                      <a:pt x="683" y="571"/>
                      <a:pt x="807" y="509"/>
                    </a:cubicBezTo>
                    <a:cubicBezTo>
                      <a:pt x="1067" y="353"/>
                      <a:pt x="934" y="0"/>
                      <a:pt x="68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7"/>
              <p:cNvSpPr/>
              <p:nvPr/>
            </p:nvSpPr>
            <p:spPr>
              <a:xfrm>
                <a:off x="7150613" y="2253225"/>
                <a:ext cx="28025" cy="17350"/>
              </a:xfrm>
              <a:custGeom>
                <a:avLst/>
                <a:gdLst/>
                <a:ahLst/>
                <a:cxnLst/>
                <a:rect l="l" t="t" r="r" b="b"/>
                <a:pathLst>
                  <a:path w="1121" h="694" extrusionOk="0">
                    <a:moveTo>
                      <a:pt x="730" y="0"/>
                    </a:moveTo>
                    <a:cubicBezTo>
                      <a:pt x="705" y="0"/>
                      <a:pt x="679" y="4"/>
                      <a:pt x="651" y="11"/>
                    </a:cubicBezTo>
                    <a:cubicBezTo>
                      <a:pt x="496" y="42"/>
                      <a:pt x="372" y="104"/>
                      <a:pt x="217" y="135"/>
                    </a:cubicBezTo>
                    <a:cubicBezTo>
                      <a:pt x="93" y="197"/>
                      <a:pt x="0" y="352"/>
                      <a:pt x="31" y="507"/>
                    </a:cubicBezTo>
                    <a:cubicBezTo>
                      <a:pt x="93" y="600"/>
                      <a:pt x="186" y="662"/>
                      <a:pt x="310" y="693"/>
                    </a:cubicBezTo>
                    <a:lnTo>
                      <a:pt x="310" y="662"/>
                    </a:lnTo>
                    <a:lnTo>
                      <a:pt x="403" y="662"/>
                    </a:lnTo>
                    <a:cubicBezTo>
                      <a:pt x="527" y="631"/>
                      <a:pt x="682" y="569"/>
                      <a:pt x="807" y="538"/>
                    </a:cubicBezTo>
                    <a:cubicBezTo>
                      <a:pt x="1120" y="453"/>
                      <a:pt x="1014" y="0"/>
                      <a:pt x="73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7"/>
              <p:cNvSpPr/>
              <p:nvPr/>
            </p:nvSpPr>
            <p:spPr>
              <a:xfrm>
                <a:off x="7241063" y="2251800"/>
                <a:ext cx="29775" cy="17225"/>
              </a:xfrm>
              <a:custGeom>
                <a:avLst/>
                <a:gdLst/>
                <a:ahLst/>
                <a:cxnLst/>
                <a:rect l="l" t="t" r="r" b="b"/>
                <a:pathLst>
                  <a:path w="1191" h="689" extrusionOk="0">
                    <a:moveTo>
                      <a:pt x="417" y="1"/>
                    </a:moveTo>
                    <a:cubicBezTo>
                      <a:pt x="92" y="1"/>
                      <a:pt x="1" y="475"/>
                      <a:pt x="353" y="533"/>
                    </a:cubicBezTo>
                    <a:lnTo>
                      <a:pt x="353" y="564"/>
                    </a:lnTo>
                    <a:cubicBezTo>
                      <a:pt x="477" y="595"/>
                      <a:pt x="632" y="626"/>
                      <a:pt x="756" y="688"/>
                    </a:cubicBezTo>
                    <a:lnTo>
                      <a:pt x="818" y="688"/>
                    </a:lnTo>
                    <a:cubicBezTo>
                      <a:pt x="1128" y="657"/>
                      <a:pt x="1190" y="223"/>
                      <a:pt x="911" y="130"/>
                    </a:cubicBezTo>
                    <a:cubicBezTo>
                      <a:pt x="756" y="99"/>
                      <a:pt x="601" y="68"/>
                      <a:pt x="477" y="6"/>
                    </a:cubicBezTo>
                    <a:cubicBezTo>
                      <a:pt x="456" y="3"/>
                      <a:pt x="436" y="1"/>
                      <a:pt x="41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7"/>
              <p:cNvSpPr/>
              <p:nvPr/>
            </p:nvSpPr>
            <p:spPr>
              <a:xfrm>
                <a:off x="7079263" y="2295950"/>
                <a:ext cx="22500" cy="21925"/>
              </a:xfrm>
              <a:custGeom>
                <a:avLst/>
                <a:gdLst/>
                <a:ahLst/>
                <a:cxnLst/>
                <a:rect l="l" t="t" r="r" b="b"/>
                <a:pathLst>
                  <a:path w="900" h="877" extrusionOk="0">
                    <a:moveTo>
                      <a:pt x="590" y="0"/>
                    </a:moveTo>
                    <a:cubicBezTo>
                      <a:pt x="520" y="0"/>
                      <a:pt x="450" y="24"/>
                      <a:pt x="404" y="70"/>
                    </a:cubicBezTo>
                    <a:cubicBezTo>
                      <a:pt x="310" y="194"/>
                      <a:pt x="186" y="287"/>
                      <a:pt x="93" y="411"/>
                    </a:cubicBezTo>
                    <a:cubicBezTo>
                      <a:pt x="0" y="535"/>
                      <a:pt x="0" y="690"/>
                      <a:pt x="124" y="784"/>
                    </a:cubicBezTo>
                    <a:cubicBezTo>
                      <a:pt x="155" y="846"/>
                      <a:pt x="217" y="846"/>
                      <a:pt x="310" y="877"/>
                    </a:cubicBezTo>
                    <a:cubicBezTo>
                      <a:pt x="372" y="877"/>
                      <a:pt x="435" y="815"/>
                      <a:pt x="497" y="784"/>
                    </a:cubicBezTo>
                    <a:cubicBezTo>
                      <a:pt x="590" y="659"/>
                      <a:pt x="683" y="566"/>
                      <a:pt x="776" y="473"/>
                    </a:cubicBezTo>
                    <a:cubicBezTo>
                      <a:pt x="900" y="349"/>
                      <a:pt x="900" y="194"/>
                      <a:pt x="776" y="70"/>
                    </a:cubicBezTo>
                    <a:cubicBezTo>
                      <a:pt x="729" y="24"/>
                      <a:pt x="659" y="0"/>
                      <a:pt x="59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7"/>
              <p:cNvSpPr/>
              <p:nvPr/>
            </p:nvSpPr>
            <p:spPr>
              <a:xfrm>
                <a:off x="7054438" y="2330750"/>
                <a:ext cx="21850" cy="23575"/>
              </a:xfrm>
              <a:custGeom>
                <a:avLst/>
                <a:gdLst/>
                <a:ahLst/>
                <a:cxnLst/>
                <a:rect l="l" t="t" r="r" b="b"/>
                <a:pathLst>
                  <a:path w="874" h="943" extrusionOk="0">
                    <a:moveTo>
                      <a:pt x="504" y="1"/>
                    </a:moveTo>
                    <a:cubicBezTo>
                      <a:pt x="421" y="1"/>
                      <a:pt x="337" y="40"/>
                      <a:pt x="280" y="136"/>
                    </a:cubicBezTo>
                    <a:cubicBezTo>
                      <a:pt x="218" y="260"/>
                      <a:pt x="125" y="384"/>
                      <a:pt x="63" y="508"/>
                    </a:cubicBezTo>
                    <a:cubicBezTo>
                      <a:pt x="1" y="663"/>
                      <a:pt x="63" y="818"/>
                      <a:pt x="187" y="880"/>
                    </a:cubicBezTo>
                    <a:lnTo>
                      <a:pt x="187" y="911"/>
                    </a:lnTo>
                    <a:cubicBezTo>
                      <a:pt x="218" y="911"/>
                      <a:pt x="280" y="942"/>
                      <a:pt x="311" y="942"/>
                    </a:cubicBezTo>
                    <a:cubicBezTo>
                      <a:pt x="404" y="911"/>
                      <a:pt x="497" y="880"/>
                      <a:pt x="559" y="787"/>
                    </a:cubicBezTo>
                    <a:cubicBezTo>
                      <a:pt x="621" y="663"/>
                      <a:pt x="683" y="539"/>
                      <a:pt x="745" y="415"/>
                    </a:cubicBezTo>
                    <a:cubicBezTo>
                      <a:pt x="874" y="201"/>
                      <a:pt x="691" y="1"/>
                      <a:pt x="50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7"/>
              <p:cNvSpPr/>
              <p:nvPr/>
            </p:nvSpPr>
            <p:spPr>
              <a:xfrm>
                <a:off x="7244438" y="2575125"/>
                <a:ext cx="25625" cy="16500"/>
              </a:xfrm>
              <a:custGeom>
                <a:avLst/>
                <a:gdLst/>
                <a:ahLst/>
                <a:cxnLst/>
                <a:rect l="l" t="t" r="r" b="b"/>
                <a:pathLst>
                  <a:path w="1025" h="660" extrusionOk="0">
                    <a:moveTo>
                      <a:pt x="729" y="0"/>
                    </a:moveTo>
                    <a:cubicBezTo>
                      <a:pt x="703" y="0"/>
                      <a:pt x="678" y="3"/>
                      <a:pt x="652" y="8"/>
                    </a:cubicBezTo>
                    <a:lnTo>
                      <a:pt x="621" y="8"/>
                    </a:lnTo>
                    <a:cubicBezTo>
                      <a:pt x="497" y="70"/>
                      <a:pt x="373" y="101"/>
                      <a:pt x="249" y="132"/>
                    </a:cubicBezTo>
                    <a:cubicBezTo>
                      <a:pt x="93" y="163"/>
                      <a:pt x="0" y="318"/>
                      <a:pt x="62" y="442"/>
                    </a:cubicBezTo>
                    <a:cubicBezTo>
                      <a:pt x="62" y="566"/>
                      <a:pt x="186" y="659"/>
                      <a:pt x="311" y="659"/>
                    </a:cubicBezTo>
                    <a:lnTo>
                      <a:pt x="373" y="659"/>
                    </a:lnTo>
                    <a:cubicBezTo>
                      <a:pt x="528" y="628"/>
                      <a:pt x="683" y="597"/>
                      <a:pt x="807" y="535"/>
                    </a:cubicBezTo>
                    <a:cubicBezTo>
                      <a:pt x="962" y="504"/>
                      <a:pt x="1024" y="349"/>
                      <a:pt x="993" y="194"/>
                    </a:cubicBezTo>
                    <a:cubicBezTo>
                      <a:pt x="967" y="65"/>
                      <a:pt x="855" y="0"/>
                      <a:pt x="72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7"/>
              <p:cNvSpPr/>
              <p:nvPr/>
            </p:nvSpPr>
            <p:spPr>
              <a:xfrm>
                <a:off x="7283988" y="2556900"/>
                <a:ext cx="25600" cy="19200"/>
              </a:xfrm>
              <a:custGeom>
                <a:avLst/>
                <a:gdLst/>
                <a:ahLst/>
                <a:cxnLst/>
                <a:rect l="l" t="t" r="r" b="b"/>
                <a:pathLst>
                  <a:path w="1024" h="768" extrusionOk="0">
                    <a:moveTo>
                      <a:pt x="723" y="0"/>
                    </a:moveTo>
                    <a:cubicBezTo>
                      <a:pt x="666" y="0"/>
                      <a:pt x="608" y="18"/>
                      <a:pt x="559" y="55"/>
                    </a:cubicBezTo>
                    <a:cubicBezTo>
                      <a:pt x="466" y="117"/>
                      <a:pt x="342" y="179"/>
                      <a:pt x="218" y="241"/>
                    </a:cubicBezTo>
                    <a:cubicBezTo>
                      <a:pt x="62" y="334"/>
                      <a:pt x="0" y="489"/>
                      <a:pt x="93" y="644"/>
                    </a:cubicBezTo>
                    <a:cubicBezTo>
                      <a:pt x="155" y="737"/>
                      <a:pt x="249" y="768"/>
                      <a:pt x="342" y="768"/>
                    </a:cubicBezTo>
                    <a:cubicBezTo>
                      <a:pt x="373" y="768"/>
                      <a:pt x="435" y="768"/>
                      <a:pt x="466" y="737"/>
                    </a:cubicBezTo>
                    <a:cubicBezTo>
                      <a:pt x="590" y="675"/>
                      <a:pt x="745" y="582"/>
                      <a:pt x="869" y="520"/>
                    </a:cubicBezTo>
                    <a:cubicBezTo>
                      <a:pt x="993" y="427"/>
                      <a:pt x="1024" y="241"/>
                      <a:pt x="931" y="117"/>
                    </a:cubicBezTo>
                    <a:cubicBezTo>
                      <a:pt x="893" y="41"/>
                      <a:pt x="810" y="0"/>
                      <a:pt x="72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7"/>
              <p:cNvSpPr/>
              <p:nvPr/>
            </p:nvSpPr>
            <p:spPr>
              <a:xfrm>
                <a:off x="7320438" y="2528300"/>
                <a:ext cx="24950" cy="22225"/>
              </a:xfrm>
              <a:custGeom>
                <a:avLst/>
                <a:gdLst/>
                <a:ahLst/>
                <a:cxnLst/>
                <a:rect l="l" t="t" r="r" b="b"/>
                <a:pathLst>
                  <a:path w="998" h="889" extrusionOk="0">
                    <a:moveTo>
                      <a:pt x="603" y="0"/>
                    </a:moveTo>
                    <a:cubicBezTo>
                      <a:pt x="537" y="0"/>
                      <a:pt x="468" y="25"/>
                      <a:pt x="404" y="82"/>
                    </a:cubicBezTo>
                    <a:lnTo>
                      <a:pt x="404" y="113"/>
                    </a:lnTo>
                    <a:cubicBezTo>
                      <a:pt x="310" y="206"/>
                      <a:pt x="186" y="330"/>
                      <a:pt x="93" y="423"/>
                    </a:cubicBezTo>
                    <a:cubicBezTo>
                      <a:pt x="0" y="516"/>
                      <a:pt x="0" y="702"/>
                      <a:pt x="93" y="795"/>
                    </a:cubicBezTo>
                    <a:cubicBezTo>
                      <a:pt x="155" y="857"/>
                      <a:pt x="225" y="888"/>
                      <a:pt x="295" y="888"/>
                    </a:cubicBezTo>
                    <a:cubicBezTo>
                      <a:pt x="365" y="888"/>
                      <a:pt x="435" y="857"/>
                      <a:pt x="497" y="795"/>
                    </a:cubicBezTo>
                    <a:cubicBezTo>
                      <a:pt x="590" y="702"/>
                      <a:pt x="683" y="578"/>
                      <a:pt x="807" y="485"/>
                    </a:cubicBezTo>
                    <a:cubicBezTo>
                      <a:pt x="998" y="270"/>
                      <a:pt x="821" y="0"/>
                      <a:pt x="60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7"/>
              <p:cNvSpPr/>
              <p:nvPr/>
            </p:nvSpPr>
            <p:spPr>
              <a:xfrm>
                <a:off x="7365413" y="2452000"/>
                <a:ext cx="17850" cy="24075"/>
              </a:xfrm>
              <a:custGeom>
                <a:avLst/>
                <a:gdLst/>
                <a:ahLst/>
                <a:cxnLst/>
                <a:rect l="l" t="t" r="r" b="b"/>
                <a:pathLst>
                  <a:path w="714" h="963" extrusionOk="0">
                    <a:moveTo>
                      <a:pt x="497" y="1"/>
                    </a:moveTo>
                    <a:lnTo>
                      <a:pt x="497" y="32"/>
                    </a:lnTo>
                    <a:cubicBezTo>
                      <a:pt x="477" y="28"/>
                      <a:pt x="457" y="26"/>
                      <a:pt x="437" y="26"/>
                    </a:cubicBezTo>
                    <a:cubicBezTo>
                      <a:pt x="304" y="26"/>
                      <a:pt x="183" y="114"/>
                      <a:pt x="155" y="249"/>
                    </a:cubicBezTo>
                    <a:cubicBezTo>
                      <a:pt x="124" y="373"/>
                      <a:pt x="93" y="528"/>
                      <a:pt x="62" y="621"/>
                    </a:cubicBezTo>
                    <a:cubicBezTo>
                      <a:pt x="0" y="776"/>
                      <a:pt x="93" y="931"/>
                      <a:pt x="249" y="962"/>
                    </a:cubicBezTo>
                    <a:lnTo>
                      <a:pt x="311" y="962"/>
                    </a:lnTo>
                    <a:cubicBezTo>
                      <a:pt x="435" y="962"/>
                      <a:pt x="528" y="900"/>
                      <a:pt x="559" y="776"/>
                    </a:cubicBezTo>
                    <a:cubicBezTo>
                      <a:pt x="621" y="621"/>
                      <a:pt x="652" y="497"/>
                      <a:pt x="683" y="342"/>
                    </a:cubicBezTo>
                    <a:cubicBezTo>
                      <a:pt x="714" y="187"/>
                      <a:pt x="621" y="32"/>
                      <a:pt x="49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7"/>
              <p:cNvSpPr/>
              <p:nvPr/>
            </p:nvSpPr>
            <p:spPr>
              <a:xfrm>
                <a:off x="7201013" y="2582300"/>
                <a:ext cx="25600" cy="13975"/>
              </a:xfrm>
              <a:custGeom>
                <a:avLst/>
                <a:gdLst/>
                <a:ahLst/>
                <a:cxnLst/>
                <a:rect l="l" t="t" r="r" b="b"/>
                <a:pathLst>
                  <a:path w="1024" h="559" extrusionOk="0">
                    <a:moveTo>
                      <a:pt x="310" y="0"/>
                    </a:moveTo>
                    <a:cubicBezTo>
                      <a:pt x="0" y="62"/>
                      <a:pt x="0" y="527"/>
                      <a:pt x="310" y="558"/>
                    </a:cubicBezTo>
                    <a:lnTo>
                      <a:pt x="776" y="558"/>
                    </a:lnTo>
                    <a:cubicBezTo>
                      <a:pt x="900" y="558"/>
                      <a:pt x="1024" y="434"/>
                      <a:pt x="1024" y="279"/>
                    </a:cubicBezTo>
                    <a:cubicBezTo>
                      <a:pt x="1024" y="124"/>
                      <a:pt x="900" y="0"/>
                      <a:pt x="74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7"/>
              <p:cNvSpPr/>
              <p:nvPr/>
            </p:nvSpPr>
            <p:spPr>
              <a:xfrm>
                <a:off x="7345838" y="2326275"/>
                <a:ext cx="22700" cy="23400"/>
              </a:xfrm>
              <a:custGeom>
                <a:avLst/>
                <a:gdLst/>
                <a:ahLst/>
                <a:cxnLst/>
                <a:rect l="l" t="t" r="r" b="b"/>
                <a:pathLst>
                  <a:path w="908" h="936" extrusionOk="0">
                    <a:moveTo>
                      <a:pt x="385" y="0"/>
                    </a:moveTo>
                    <a:cubicBezTo>
                      <a:pt x="194" y="0"/>
                      <a:pt x="0" y="220"/>
                      <a:pt x="132" y="439"/>
                    </a:cubicBezTo>
                    <a:cubicBezTo>
                      <a:pt x="194" y="532"/>
                      <a:pt x="256" y="656"/>
                      <a:pt x="318" y="780"/>
                    </a:cubicBezTo>
                    <a:lnTo>
                      <a:pt x="349" y="811"/>
                    </a:lnTo>
                    <a:cubicBezTo>
                      <a:pt x="380" y="904"/>
                      <a:pt x="473" y="935"/>
                      <a:pt x="566" y="935"/>
                    </a:cubicBezTo>
                    <a:cubicBezTo>
                      <a:pt x="628" y="935"/>
                      <a:pt x="659" y="935"/>
                      <a:pt x="690" y="904"/>
                    </a:cubicBezTo>
                    <a:cubicBezTo>
                      <a:pt x="845" y="842"/>
                      <a:pt x="907" y="656"/>
                      <a:pt x="814" y="532"/>
                    </a:cubicBezTo>
                    <a:cubicBezTo>
                      <a:pt x="752" y="408"/>
                      <a:pt x="659" y="253"/>
                      <a:pt x="597" y="129"/>
                    </a:cubicBezTo>
                    <a:cubicBezTo>
                      <a:pt x="543" y="38"/>
                      <a:pt x="464" y="0"/>
                      <a:pt x="38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7"/>
              <p:cNvSpPr/>
              <p:nvPr/>
            </p:nvSpPr>
            <p:spPr>
              <a:xfrm>
                <a:off x="7156213" y="2576400"/>
                <a:ext cx="29850" cy="16025"/>
              </a:xfrm>
              <a:custGeom>
                <a:avLst/>
                <a:gdLst/>
                <a:ahLst/>
                <a:cxnLst/>
                <a:rect l="l" t="t" r="r" b="b"/>
                <a:pathLst>
                  <a:path w="1194" h="641" extrusionOk="0">
                    <a:moveTo>
                      <a:pt x="358" y="0"/>
                    </a:moveTo>
                    <a:cubicBezTo>
                      <a:pt x="91" y="0"/>
                      <a:pt x="1" y="432"/>
                      <a:pt x="334" y="515"/>
                    </a:cubicBezTo>
                    <a:cubicBezTo>
                      <a:pt x="458" y="577"/>
                      <a:pt x="614" y="608"/>
                      <a:pt x="769" y="639"/>
                    </a:cubicBezTo>
                    <a:lnTo>
                      <a:pt x="831" y="639"/>
                    </a:lnTo>
                    <a:cubicBezTo>
                      <a:pt x="840" y="640"/>
                      <a:pt x="850" y="641"/>
                      <a:pt x="859" y="641"/>
                    </a:cubicBezTo>
                    <a:cubicBezTo>
                      <a:pt x="1173" y="641"/>
                      <a:pt x="1193" y="142"/>
                      <a:pt x="862" y="112"/>
                    </a:cubicBezTo>
                    <a:cubicBezTo>
                      <a:pt x="738" y="81"/>
                      <a:pt x="583" y="50"/>
                      <a:pt x="458" y="19"/>
                    </a:cubicBezTo>
                    <a:cubicBezTo>
                      <a:pt x="423" y="6"/>
                      <a:pt x="389" y="0"/>
                      <a:pt x="35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7"/>
              <p:cNvSpPr/>
              <p:nvPr/>
            </p:nvSpPr>
            <p:spPr>
              <a:xfrm>
                <a:off x="7083913" y="2531875"/>
                <a:ext cx="23275" cy="20975"/>
              </a:xfrm>
              <a:custGeom>
                <a:avLst/>
                <a:gdLst/>
                <a:ahLst/>
                <a:cxnLst/>
                <a:rect l="l" t="t" r="r" b="b"/>
                <a:pathLst>
                  <a:path w="931" h="839" extrusionOk="0">
                    <a:moveTo>
                      <a:pt x="311" y="1"/>
                    </a:moveTo>
                    <a:cubicBezTo>
                      <a:pt x="241" y="1"/>
                      <a:pt x="171" y="32"/>
                      <a:pt x="124" y="94"/>
                    </a:cubicBezTo>
                    <a:cubicBezTo>
                      <a:pt x="0" y="187"/>
                      <a:pt x="0" y="373"/>
                      <a:pt x="124" y="466"/>
                    </a:cubicBezTo>
                    <a:cubicBezTo>
                      <a:pt x="218" y="590"/>
                      <a:pt x="311" y="683"/>
                      <a:pt x="435" y="776"/>
                    </a:cubicBezTo>
                    <a:cubicBezTo>
                      <a:pt x="497" y="838"/>
                      <a:pt x="559" y="838"/>
                      <a:pt x="621" y="838"/>
                    </a:cubicBezTo>
                    <a:cubicBezTo>
                      <a:pt x="683" y="838"/>
                      <a:pt x="776" y="807"/>
                      <a:pt x="807" y="776"/>
                    </a:cubicBezTo>
                    <a:cubicBezTo>
                      <a:pt x="931" y="652"/>
                      <a:pt x="931" y="466"/>
                      <a:pt x="807" y="373"/>
                    </a:cubicBezTo>
                    <a:cubicBezTo>
                      <a:pt x="714" y="280"/>
                      <a:pt x="621" y="187"/>
                      <a:pt x="528" y="94"/>
                    </a:cubicBezTo>
                    <a:lnTo>
                      <a:pt x="497" y="94"/>
                    </a:lnTo>
                    <a:cubicBezTo>
                      <a:pt x="450" y="32"/>
                      <a:pt x="380" y="1"/>
                      <a:pt x="31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7"/>
              <p:cNvSpPr/>
              <p:nvPr/>
            </p:nvSpPr>
            <p:spPr>
              <a:xfrm>
                <a:off x="7117263" y="2558675"/>
                <a:ext cx="27150" cy="19775"/>
              </a:xfrm>
              <a:custGeom>
                <a:avLst/>
                <a:gdLst/>
                <a:ahLst/>
                <a:cxnLst/>
                <a:rect l="l" t="t" r="r" b="b"/>
                <a:pathLst>
                  <a:path w="1086" h="791" extrusionOk="0">
                    <a:moveTo>
                      <a:pt x="344" y="1"/>
                    </a:moveTo>
                    <a:cubicBezTo>
                      <a:pt x="245" y="1"/>
                      <a:pt x="155" y="56"/>
                      <a:pt x="93" y="139"/>
                    </a:cubicBezTo>
                    <a:cubicBezTo>
                      <a:pt x="0" y="263"/>
                      <a:pt x="62" y="449"/>
                      <a:pt x="186" y="542"/>
                    </a:cubicBezTo>
                    <a:cubicBezTo>
                      <a:pt x="310" y="604"/>
                      <a:pt x="434" y="697"/>
                      <a:pt x="590" y="759"/>
                    </a:cubicBezTo>
                    <a:cubicBezTo>
                      <a:pt x="621" y="759"/>
                      <a:pt x="652" y="790"/>
                      <a:pt x="714" y="790"/>
                    </a:cubicBezTo>
                    <a:cubicBezTo>
                      <a:pt x="993" y="790"/>
                      <a:pt x="1086" y="387"/>
                      <a:pt x="838" y="263"/>
                    </a:cubicBezTo>
                    <a:cubicBezTo>
                      <a:pt x="714" y="201"/>
                      <a:pt x="590" y="108"/>
                      <a:pt x="497" y="46"/>
                    </a:cubicBezTo>
                    <a:cubicBezTo>
                      <a:pt x="445" y="15"/>
                      <a:pt x="393" y="1"/>
                      <a:pt x="34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7"/>
              <p:cNvSpPr/>
              <p:nvPr/>
            </p:nvSpPr>
            <p:spPr>
              <a:xfrm>
                <a:off x="7346788" y="2493350"/>
                <a:ext cx="20975" cy="23825"/>
              </a:xfrm>
              <a:custGeom>
                <a:avLst/>
                <a:gdLst/>
                <a:ahLst/>
                <a:cxnLst/>
                <a:rect l="l" t="t" r="r" b="b"/>
                <a:pathLst>
                  <a:path w="839" h="953" extrusionOk="0">
                    <a:moveTo>
                      <a:pt x="504" y="1"/>
                    </a:moveTo>
                    <a:cubicBezTo>
                      <a:pt x="406" y="1"/>
                      <a:pt x="319" y="49"/>
                      <a:pt x="280" y="146"/>
                    </a:cubicBezTo>
                    <a:cubicBezTo>
                      <a:pt x="218" y="270"/>
                      <a:pt x="156" y="394"/>
                      <a:pt x="63" y="518"/>
                    </a:cubicBezTo>
                    <a:cubicBezTo>
                      <a:pt x="1" y="642"/>
                      <a:pt x="32" y="828"/>
                      <a:pt x="156" y="890"/>
                    </a:cubicBezTo>
                    <a:cubicBezTo>
                      <a:pt x="218" y="921"/>
                      <a:pt x="249" y="953"/>
                      <a:pt x="311" y="953"/>
                    </a:cubicBezTo>
                    <a:cubicBezTo>
                      <a:pt x="404" y="953"/>
                      <a:pt x="497" y="890"/>
                      <a:pt x="528" y="828"/>
                    </a:cubicBezTo>
                    <a:cubicBezTo>
                      <a:pt x="621" y="673"/>
                      <a:pt x="683" y="549"/>
                      <a:pt x="776" y="425"/>
                    </a:cubicBezTo>
                    <a:cubicBezTo>
                      <a:pt x="838" y="301"/>
                      <a:pt x="807" y="115"/>
                      <a:pt x="652" y="53"/>
                    </a:cubicBezTo>
                    <a:lnTo>
                      <a:pt x="683" y="53"/>
                    </a:lnTo>
                    <a:cubicBezTo>
                      <a:pt x="625" y="18"/>
                      <a:pt x="563" y="1"/>
                      <a:pt x="50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7"/>
              <p:cNvSpPr/>
              <p:nvPr/>
            </p:nvSpPr>
            <p:spPr>
              <a:xfrm>
                <a:off x="7372388" y="2409350"/>
                <a:ext cx="13975" cy="24850"/>
              </a:xfrm>
              <a:custGeom>
                <a:avLst/>
                <a:gdLst/>
                <a:ahLst/>
                <a:cxnLst/>
                <a:rect l="l" t="t" r="r" b="b"/>
                <a:pathLst>
                  <a:path w="559" h="994" extrusionOk="0">
                    <a:moveTo>
                      <a:pt x="280" y="1"/>
                    </a:moveTo>
                    <a:cubicBezTo>
                      <a:pt x="125" y="1"/>
                      <a:pt x="1" y="125"/>
                      <a:pt x="32" y="280"/>
                    </a:cubicBezTo>
                    <a:lnTo>
                      <a:pt x="32" y="497"/>
                    </a:lnTo>
                    <a:lnTo>
                      <a:pt x="32" y="714"/>
                    </a:lnTo>
                    <a:cubicBezTo>
                      <a:pt x="1" y="869"/>
                      <a:pt x="125" y="993"/>
                      <a:pt x="280" y="993"/>
                    </a:cubicBezTo>
                    <a:cubicBezTo>
                      <a:pt x="435" y="993"/>
                      <a:pt x="559" y="869"/>
                      <a:pt x="559" y="714"/>
                    </a:cubicBezTo>
                    <a:lnTo>
                      <a:pt x="559" y="497"/>
                    </a:lnTo>
                    <a:lnTo>
                      <a:pt x="559" y="280"/>
                    </a:lnTo>
                    <a:cubicBezTo>
                      <a:pt x="559" y="125"/>
                      <a:pt x="435" y="1"/>
                      <a:pt x="28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7"/>
              <p:cNvSpPr/>
              <p:nvPr/>
            </p:nvSpPr>
            <p:spPr>
              <a:xfrm>
                <a:off x="7204113" y="2412900"/>
                <a:ext cx="140375" cy="111575"/>
              </a:xfrm>
              <a:custGeom>
                <a:avLst/>
                <a:gdLst/>
                <a:ahLst/>
                <a:cxnLst/>
                <a:rect l="l" t="t" r="r" b="b"/>
                <a:pathLst>
                  <a:path w="5615" h="4463" extrusionOk="0">
                    <a:moveTo>
                      <a:pt x="1582" y="2030"/>
                    </a:moveTo>
                    <a:lnTo>
                      <a:pt x="1582" y="2185"/>
                    </a:lnTo>
                    <a:cubicBezTo>
                      <a:pt x="1582" y="2340"/>
                      <a:pt x="1706" y="2464"/>
                      <a:pt x="1862" y="2464"/>
                    </a:cubicBezTo>
                    <a:lnTo>
                      <a:pt x="4901" y="2464"/>
                    </a:lnTo>
                    <a:lnTo>
                      <a:pt x="4250" y="3581"/>
                    </a:lnTo>
                    <a:lnTo>
                      <a:pt x="1831" y="3581"/>
                    </a:lnTo>
                    <a:cubicBezTo>
                      <a:pt x="1706" y="3581"/>
                      <a:pt x="1582" y="3705"/>
                      <a:pt x="1582" y="3829"/>
                    </a:cubicBezTo>
                    <a:lnTo>
                      <a:pt x="1582" y="3922"/>
                    </a:lnTo>
                    <a:lnTo>
                      <a:pt x="621" y="2992"/>
                    </a:lnTo>
                    <a:lnTo>
                      <a:pt x="1582" y="2030"/>
                    </a:lnTo>
                    <a:close/>
                    <a:moveTo>
                      <a:pt x="2852" y="0"/>
                    </a:moveTo>
                    <a:cubicBezTo>
                      <a:pt x="2802" y="0"/>
                      <a:pt x="2751" y="14"/>
                      <a:pt x="2699" y="45"/>
                    </a:cubicBezTo>
                    <a:lnTo>
                      <a:pt x="2327" y="262"/>
                    </a:lnTo>
                    <a:cubicBezTo>
                      <a:pt x="2265" y="293"/>
                      <a:pt x="2203" y="355"/>
                      <a:pt x="2203" y="417"/>
                    </a:cubicBezTo>
                    <a:cubicBezTo>
                      <a:pt x="2172" y="479"/>
                      <a:pt x="2172" y="572"/>
                      <a:pt x="2234" y="634"/>
                    </a:cubicBezTo>
                    <a:lnTo>
                      <a:pt x="2947" y="1906"/>
                    </a:lnTo>
                    <a:lnTo>
                      <a:pt x="2079" y="1906"/>
                    </a:lnTo>
                    <a:cubicBezTo>
                      <a:pt x="2048" y="1720"/>
                      <a:pt x="1924" y="1565"/>
                      <a:pt x="1737" y="1503"/>
                    </a:cubicBezTo>
                    <a:cubicBezTo>
                      <a:pt x="1678" y="1473"/>
                      <a:pt x="1612" y="1459"/>
                      <a:pt x="1544" y="1459"/>
                    </a:cubicBezTo>
                    <a:cubicBezTo>
                      <a:pt x="1402" y="1459"/>
                      <a:pt x="1253" y="1522"/>
                      <a:pt x="1148" y="1627"/>
                    </a:cubicBezTo>
                    <a:lnTo>
                      <a:pt x="218" y="2589"/>
                    </a:lnTo>
                    <a:cubicBezTo>
                      <a:pt x="0" y="2775"/>
                      <a:pt x="0" y="3147"/>
                      <a:pt x="218" y="3364"/>
                    </a:cubicBezTo>
                    <a:lnTo>
                      <a:pt x="1148" y="4295"/>
                    </a:lnTo>
                    <a:cubicBezTo>
                      <a:pt x="1253" y="4400"/>
                      <a:pt x="1402" y="4462"/>
                      <a:pt x="1544" y="4462"/>
                    </a:cubicBezTo>
                    <a:cubicBezTo>
                      <a:pt x="1612" y="4462"/>
                      <a:pt x="1678" y="4448"/>
                      <a:pt x="1737" y="4419"/>
                    </a:cubicBezTo>
                    <a:cubicBezTo>
                      <a:pt x="1893" y="4357"/>
                      <a:pt x="2017" y="4233"/>
                      <a:pt x="2048" y="4077"/>
                    </a:cubicBezTo>
                    <a:lnTo>
                      <a:pt x="4374" y="4077"/>
                    </a:lnTo>
                    <a:cubicBezTo>
                      <a:pt x="4498" y="4077"/>
                      <a:pt x="4591" y="4046"/>
                      <a:pt x="4622" y="3953"/>
                    </a:cubicBezTo>
                    <a:lnTo>
                      <a:pt x="5584" y="2278"/>
                    </a:lnTo>
                    <a:cubicBezTo>
                      <a:pt x="5615" y="2216"/>
                      <a:pt x="5615" y="2092"/>
                      <a:pt x="5584" y="2030"/>
                    </a:cubicBezTo>
                    <a:lnTo>
                      <a:pt x="4777" y="603"/>
                    </a:lnTo>
                    <a:cubicBezTo>
                      <a:pt x="4711" y="518"/>
                      <a:pt x="4627" y="482"/>
                      <a:pt x="4546" y="482"/>
                    </a:cubicBezTo>
                    <a:cubicBezTo>
                      <a:pt x="4363" y="482"/>
                      <a:pt x="4195" y="667"/>
                      <a:pt x="4281" y="882"/>
                    </a:cubicBezTo>
                    <a:lnTo>
                      <a:pt x="4901" y="1906"/>
                    </a:lnTo>
                    <a:lnTo>
                      <a:pt x="3599" y="1906"/>
                    </a:lnTo>
                    <a:lnTo>
                      <a:pt x="2854" y="603"/>
                    </a:lnTo>
                    <a:lnTo>
                      <a:pt x="2978" y="541"/>
                    </a:lnTo>
                    <a:cubicBezTo>
                      <a:pt x="3133" y="448"/>
                      <a:pt x="3164" y="262"/>
                      <a:pt x="3102" y="138"/>
                    </a:cubicBezTo>
                    <a:cubicBezTo>
                      <a:pt x="3040" y="55"/>
                      <a:pt x="2951" y="0"/>
                      <a:pt x="285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7"/>
              <p:cNvSpPr/>
              <p:nvPr/>
            </p:nvSpPr>
            <p:spPr>
              <a:xfrm>
                <a:off x="7144388" y="2282950"/>
                <a:ext cx="144875" cy="112475"/>
              </a:xfrm>
              <a:custGeom>
                <a:avLst/>
                <a:gdLst/>
                <a:ahLst/>
                <a:cxnLst/>
                <a:rect l="l" t="t" r="r" b="b"/>
                <a:pathLst>
                  <a:path w="5795" h="4499" extrusionOk="0">
                    <a:moveTo>
                      <a:pt x="1769" y="838"/>
                    </a:moveTo>
                    <a:lnTo>
                      <a:pt x="2420" y="1924"/>
                    </a:lnTo>
                    <a:lnTo>
                      <a:pt x="1645" y="3227"/>
                    </a:lnTo>
                    <a:lnTo>
                      <a:pt x="683" y="2668"/>
                    </a:lnTo>
                    <a:lnTo>
                      <a:pt x="1769" y="838"/>
                    </a:lnTo>
                    <a:close/>
                    <a:moveTo>
                      <a:pt x="2234" y="528"/>
                    </a:moveTo>
                    <a:lnTo>
                      <a:pt x="3537" y="559"/>
                    </a:lnTo>
                    <a:lnTo>
                      <a:pt x="4716" y="2637"/>
                    </a:lnTo>
                    <a:cubicBezTo>
                      <a:pt x="4747" y="2699"/>
                      <a:pt x="4809" y="2730"/>
                      <a:pt x="4902" y="2761"/>
                    </a:cubicBezTo>
                    <a:cubicBezTo>
                      <a:pt x="4920" y="2771"/>
                      <a:pt x="4938" y="2774"/>
                      <a:pt x="4956" y="2774"/>
                    </a:cubicBezTo>
                    <a:cubicBezTo>
                      <a:pt x="5000" y="2774"/>
                      <a:pt x="5044" y="2752"/>
                      <a:pt x="5088" y="2730"/>
                    </a:cubicBezTo>
                    <a:lnTo>
                      <a:pt x="5181" y="2699"/>
                    </a:lnTo>
                    <a:lnTo>
                      <a:pt x="4840" y="3971"/>
                    </a:lnTo>
                    <a:lnTo>
                      <a:pt x="3537" y="3630"/>
                    </a:lnTo>
                    <a:lnTo>
                      <a:pt x="3661" y="3568"/>
                    </a:lnTo>
                    <a:cubicBezTo>
                      <a:pt x="3785" y="3475"/>
                      <a:pt x="3847" y="3289"/>
                      <a:pt x="3754" y="3165"/>
                    </a:cubicBezTo>
                    <a:lnTo>
                      <a:pt x="2234" y="528"/>
                    </a:lnTo>
                    <a:close/>
                    <a:moveTo>
                      <a:pt x="1769" y="1"/>
                    </a:moveTo>
                    <a:cubicBezTo>
                      <a:pt x="1676" y="1"/>
                      <a:pt x="1583" y="63"/>
                      <a:pt x="1521" y="156"/>
                    </a:cubicBezTo>
                    <a:lnTo>
                      <a:pt x="94" y="2637"/>
                    </a:lnTo>
                    <a:cubicBezTo>
                      <a:pt x="1" y="2792"/>
                      <a:pt x="32" y="2948"/>
                      <a:pt x="187" y="3041"/>
                    </a:cubicBezTo>
                    <a:lnTo>
                      <a:pt x="1614" y="3878"/>
                    </a:lnTo>
                    <a:cubicBezTo>
                      <a:pt x="1645" y="3878"/>
                      <a:pt x="1707" y="3909"/>
                      <a:pt x="1769" y="3909"/>
                    </a:cubicBezTo>
                    <a:lnTo>
                      <a:pt x="1831" y="3909"/>
                    </a:lnTo>
                    <a:cubicBezTo>
                      <a:pt x="1893" y="3878"/>
                      <a:pt x="1955" y="3816"/>
                      <a:pt x="1986" y="3785"/>
                    </a:cubicBezTo>
                    <a:lnTo>
                      <a:pt x="2731" y="2482"/>
                    </a:lnTo>
                    <a:lnTo>
                      <a:pt x="3165" y="3258"/>
                    </a:lnTo>
                    <a:cubicBezTo>
                      <a:pt x="2855" y="3537"/>
                      <a:pt x="2979" y="4033"/>
                      <a:pt x="3413" y="4157"/>
                    </a:cubicBezTo>
                    <a:lnTo>
                      <a:pt x="4685" y="4499"/>
                    </a:lnTo>
                    <a:lnTo>
                      <a:pt x="4840" y="4499"/>
                    </a:lnTo>
                    <a:cubicBezTo>
                      <a:pt x="5088" y="4499"/>
                      <a:pt x="5305" y="4343"/>
                      <a:pt x="5367" y="4126"/>
                    </a:cubicBezTo>
                    <a:lnTo>
                      <a:pt x="5708" y="2823"/>
                    </a:lnTo>
                    <a:cubicBezTo>
                      <a:pt x="5795" y="2479"/>
                      <a:pt x="5509" y="2134"/>
                      <a:pt x="5170" y="2134"/>
                    </a:cubicBezTo>
                    <a:cubicBezTo>
                      <a:pt x="5143" y="2134"/>
                      <a:pt x="5116" y="2136"/>
                      <a:pt x="5088" y="2141"/>
                    </a:cubicBezTo>
                    <a:lnTo>
                      <a:pt x="3909" y="156"/>
                    </a:lnTo>
                    <a:cubicBezTo>
                      <a:pt x="3878" y="63"/>
                      <a:pt x="3785" y="1"/>
                      <a:pt x="369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7"/>
              <p:cNvSpPr/>
              <p:nvPr/>
            </p:nvSpPr>
            <p:spPr>
              <a:xfrm>
                <a:off x="7078488" y="2381925"/>
                <a:ext cx="110125" cy="132925"/>
              </a:xfrm>
              <a:custGeom>
                <a:avLst/>
                <a:gdLst/>
                <a:ahLst/>
                <a:cxnLst/>
                <a:rect l="l" t="t" r="r" b="b"/>
                <a:pathLst>
                  <a:path w="4405" h="5317" extrusionOk="0">
                    <a:moveTo>
                      <a:pt x="2916" y="508"/>
                    </a:moveTo>
                    <a:lnTo>
                      <a:pt x="3257" y="1811"/>
                    </a:lnTo>
                    <a:lnTo>
                      <a:pt x="3133" y="1749"/>
                    </a:lnTo>
                    <a:cubicBezTo>
                      <a:pt x="3092" y="1718"/>
                      <a:pt x="3044" y="1704"/>
                      <a:pt x="2995" y="1704"/>
                    </a:cubicBezTo>
                    <a:cubicBezTo>
                      <a:pt x="2899" y="1704"/>
                      <a:pt x="2802" y="1760"/>
                      <a:pt x="2761" y="1842"/>
                    </a:cubicBezTo>
                    <a:lnTo>
                      <a:pt x="1241" y="4510"/>
                    </a:lnTo>
                    <a:lnTo>
                      <a:pt x="590" y="3393"/>
                    </a:lnTo>
                    <a:lnTo>
                      <a:pt x="1799" y="1315"/>
                    </a:lnTo>
                    <a:cubicBezTo>
                      <a:pt x="1892" y="1160"/>
                      <a:pt x="1861" y="1005"/>
                      <a:pt x="1706" y="912"/>
                    </a:cubicBezTo>
                    <a:lnTo>
                      <a:pt x="1613" y="881"/>
                    </a:lnTo>
                    <a:lnTo>
                      <a:pt x="2916" y="508"/>
                    </a:lnTo>
                    <a:close/>
                    <a:moveTo>
                      <a:pt x="3878" y="3672"/>
                    </a:moveTo>
                    <a:lnTo>
                      <a:pt x="3878" y="4789"/>
                    </a:lnTo>
                    <a:lnTo>
                      <a:pt x="1706" y="4789"/>
                    </a:lnTo>
                    <a:lnTo>
                      <a:pt x="2358" y="3672"/>
                    </a:lnTo>
                    <a:close/>
                    <a:moveTo>
                      <a:pt x="2866" y="0"/>
                    </a:moveTo>
                    <a:cubicBezTo>
                      <a:pt x="2830" y="0"/>
                      <a:pt x="2794" y="4"/>
                      <a:pt x="2761" y="12"/>
                    </a:cubicBezTo>
                    <a:lnTo>
                      <a:pt x="1458" y="353"/>
                    </a:lnTo>
                    <a:cubicBezTo>
                      <a:pt x="1086" y="477"/>
                      <a:pt x="931" y="943"/>
                      <a:pt x="1210" y="1253"/>
                    </a:cubicBezTo>
                    <a:lnTo>
                      <a:pt x="31" y="3269"/>
                    </a:lnTo>
                    <a:cubicBezTo>
                      <a:pt x="0" y="3331"/>
                      <a:pt x="0" y="3455"/>
                      <a:pt x="31" y="3517"/>
                    </a:cubicBezTo>
                    <a:lnTo>
                      <a:pt x="993" y="5192"/>
                    </a:lnTo>
                    <a:cubicBezTo>
                      <a:pt x="1024" y="5285"/>
                      <a:pt x="1117" y="5316"/>
                      <a:pt x="1241" y="5316"/>
                    </a:cubicBezTo>
                    <a:lnTo>
                      <a:pt x="4126" y="5316"/>
                    </a:lnTo>
                    <a:cubicBezTo>
                      <a:pt x="4281" y="5316"/>
                      <a:pt x="4405" y="5192"/>
                      <a:pt x="4405" y="5037"/>
                    </a:cubicBezTo>
                    <a:lnTo>
                      <a:pt x="4405" y="3393"/>
                    </a:lnTo>
                    <a:cubicBezTo>
                      <a:pt x="4374" y="3331"/>
                      <a:pt x="4374" y="3269"/>
                      <a:pt x="4312" y="3207"/>
                    </a:cubicBezTo>
                    <a:cubicBezTo>
                      <a:pt x="4250" y="3145"/>
                      <a:pt x="4188" y="3114"/>
                      <a:pt x="4126" y="3114"/>
                    </a:cubicBezTo>
                    <a:lnTo>
                      <a:pt x="2668" y="3114"/>
                    </a:lnTo>
                    <a:lnTo>
                      <a:pt x="3102" y="2339"/>
                    </a:lnTo>
                    <a:cubicBezTo>
                      <a:pt x="3156" y="2355"/>
                      <a:pt x="3210" y="2363"/>
                      <a:pt x="3262" y="2363"/>
                    </a:cubicBezTo>
                    <a:cubicBezTo>
                      <a:pt x="3604" y="2363"/>
                      <a:pt x="3892" y="2037"/>
                      <a:pt x="3785" y="1687"/>
                    </a:cubicBezTo>
                    <a:lnTo>
                      <a:pt x="3443" y="415"/>
                    </a:lnTo>
                    <a:cubicBezTo>
                      <a:pt x="3381" y="260"/>
                      <a:pt x="3288" y="136"/>
                      <a:pt x="3164" y="74"/>
                    </a:cubicBezTo>
                    <a:cubicBezTo>
                      <a:pt x="3073" y="29"/>
                      <a:pt x="2966" y="0"/>
                      <a:pt x="286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7"/>
              <p:cNvSpPr/>
              <p:nvPr/>
            </p:nvSpPr>
            <p:spPr>
              <a:xfrm>
                <a:off x="7294838" y="2397725"/>
                <a:ext cx="14750" cy="13975"/>
              </a:xfrm>
              <a:custGeom>
                <a:avLst/>
                <a:gdLst/>
                <a:ahLst/>
                <a:cxnLst/>
                <a:rect l="l" t="t" r="r" b="b"/>
                <a:pathLst>
                  <a:path w="590" h="559" extrusionOk="0">
                    <a:moveTo>
                      <a:pt x="280" y="1"/>
                    </a:moveTo>
                    <a:cubicBezTo>
                      <a:pt x="218" y="1"/>
                      <a:pt x="156" y="32"/>
                      <a:pt x="94" y="94"/>
                    </a:cubicBezTo>
                    <a:cubicBezTo>
                      <a:pt x="1" y="187"/>
                      <a:pt x="1" y="373"/>
                      <a:pt x="94" y="466"/>
                    </a:cubicBezTo>
                    <a:cubicBezTo>
                      <a:pt x="156" y="528"/>
                      <a:pt x="218" y="559"/>
                      <a:pt x="280" y="559"/>
                    </a:cubicBezTo>
                    <a:cubicBezTo>
                      <a:pt x="373" y="559"/>
                      <a:pt x="435" y="528"/>
                      <a:pt x="497" y="466"/>
                    </a:cubicBezTo>
                    <a:cubicBezTo>
                      <a:pt x="590" y="373"/>
                      <a:pt x="590" y="187"/>
                      <a:pt x="497" y="94"/>
                    </a:cubicBezTo>
                    <a:cubicBezTo>
                      <a:pt x="435" y="32"/>
                      <a:pt x="373" y="1"/>
                      <a:pt x="28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 name="Google Shape;206;p27"/>
            <p:cNvGrpSpPr/>
            <p:nvPr/>
          </p:nvGrpSpPr>
          <p:grpSpPr>
            <a:xfrm>
              <a:off x="3441121" y="1601430"/>
              <a:ext cx="304970" cy="265595"/>
              <a:chOff x="1833863" y="2248450"/>
              <a:chExt cx="279225" cy="243175"/>
            </a:xfrm>
          </p:grpSpPr>
          <p:sp>
            <p:nvSpPr>
              <p:cNvPr id="207" name="Google Shape;207;p27"/>
              <p:cNvSpPr/>
              <p:nvPr/>
            </p:nvSpPr>
            <p:spPr>
              <a:xfrm>
                <a:off x="1842413" y="2254275"/>
                <a:ext cx="29500" cy="92300"/>
              </a:xfrm>
              <a:custGeom>
                <a:avLst/>
                <a:gdLst/>
                <a:ahLst/>
                <a:cxnLst/>
                <a:rect l="l" t="t" r="r" b="b"/>
                <a:pathLst>
                  <a:path w="1180" h="3692" extrusionOk="0">
                    <a:moveTo>
                      <a:pt x="590" y="0"/>
                    </a:moveTo>
                    <a:cubicBezTo>
                      <a:pt x="218" y="341"/>
                      <a:pt x="1" y="838"/>
                      <a:pt x="1" y="1365"/>
                    </a:cubicBezTo>
                    <a:lnTo>
                      <a:pt x="1" y="3691"/>
                    </a:lnTo>
                    <a:lnTo>
                      <a:pt x="1180" y="3691"/>
                    </a:lnTo>
                    <a:lnTo>
                      <a:pt x="1180" y="1365"/>
                    </a:lnTo>
                    <a:cubicBezTo>
                      <a:pt x="1148" y="838"/>
                      <a:pt x="962" y="341"/>
                      <a:pt x="59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7"/>
              <p:cNvSpPr/>
              <p:nvPr/>
            </p:nvSpPr>
            <p:spPr>
              <a:xfrm>
                <a:off x="1857163" y="2347325"/>
                <a:ext cx="86875" cy="59725"/>
              </a:xfrm>
              <a:custGeom>
                <a:avLst/>
                <a:gdLst/>
                <a:ahLst/>
                <a:cxnLst/>
                <a:rect l="l" t="t" r="r" b="b"/>
                <a:pathLst>
                  <a:path w="3475" h="2389" extrusionOk="0">
                    <a:moveTo>
                      <a:pt x="590" y="0"/>
                    </a:moveTo>
                    <a:lnTo>
                      <a:pt x="0" y="962"/>
                    </a:lnTo>
                    <a:lnTo>
                      <a:pt x="2016" y="2141"/>
                    </a:lnTo>
                    <a:cubicBezTo>
                      <a:pt x="2306" y="2306"/>
                      <a:pt x="2637" y="2389"/>
                      <a:pt x="2972" y="2389"/>
                    </a:cubicBezTo>
                    <a:cubicBezTo>
                      <a:pt x="3140" y="2389"/>
                      <a:pt x="3309" y="2368"/>
                      <a:pt x="3474" y="2327"/>
                    </a:cubicBezTo>
                    <a:cubicBezTo>
                      <a:pt x="3350" y="1830"/>
                      <a:pt x="3009" y="1427"/>
                      <a:pt x="2575" y="1179"/>
                    </a:cubicBezTo>
                    <a:lnTo>
                      <a:pt x="5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7"/>
              <p:cNvSpPr/>
              <p:nvPr/>
            </p:nvSpPr>
            <p:spPr>
              <a:xfrm>
                <a:off x="1834663" y="2338800"/>
                <a:ext cx="38800" cy="33275"/>
              </a:xfrm>
              <a:custGeom>
                <a:avLst/>
                <a:gdLst/>
                <a:ahLst/>
                <a:cxnLst/>
                <a:rect l="l" t="t" r="r" b="b"/>
                <a:pathLst>
                  <a:path w="1552" h="1331" extrusionOk="0">
                    <a:moveTo>
                      <a:pt x="900" y="0"/>
                    </a:moveTo>
                    <a:cubicBezTo>
                      <a:pt x="280" y="0"/>
                      <a:pt x="1" y="714"/>
                      <a:pt x="404" y="1148"/>
                    </a:cubicBezTo>
                    <a:cubicBezTo>
                      <a:pt x="539" y="1274"/>
                      <a:pt x="702" y="1330"/>
                      <a:pt x="862" y="1330"/>
                    </a:cubicBezTo>
                    <a:cubicBezTo>
                      <a:pt x="1214" y="1330"/>
                      <a:pt x="1552" y="1057"/>
                      <a:pt x="1552" y="652"/>
                    </a:cubicBezTo>
                    <a:cubicBezTo>
                      <a:pt x="1552" y="279"/>
                      <a:pt x="1241" y="0"/>
                      <a:pt x="900" y="0"/>
                    </a:cubicBezTo>
                    <a:close/>
                  </a:path>
                </a:pathLst>
              </a:custGeom>
              <a:solidFill>
                <a:srgbClr val="E1E3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7"/>
              <p:cNvSpPr/>
              <p:nvPr/>
            </p:nvSpPr>
            <p:spPr>
              <a:xfrm>
                <a:off x="1961913" y="2270075"/>
                <a:ext cx="31875" cy="25800"/>
              </a:xfrm>
              <a:custGeom>
                <a:avLst/>
                <a:gdLst/>
                <a:ahLst/>
                <a:cxnLst/>
                <a:rect l="l" t="t" r="r" b="b"/>
                <a:pathLst>
                  <a:path w="1275" h="1032" extrusionOk="0">
                    <a:moveTo>
                      <a:pt x="401" y="0"/>
                    </a:moveTo>
                    <a:cubicBezTo>
                      <a:pt x="189" y="0"/>
                      <a:pt x="0" y="270"/>
                      <a:pt x="215" y="485"/>
                    </a:cubicBezTo>
                    <a:lnTo>
                      <a:pt x="680" y="950"/>
                    </a:lnTo>
                    <a:cubicBezTo>
                      <a:pt x="737" y="1007"/>
                      <a:pt x="803" y="1031"/>
                      <a:pt x="867" y="1031"/>
                    </a:cubicBezTo>
                    <a:cubicBezTo>
                      <a:pt x="1080" y="1031"/>
                      <a:pt x="1274" y="762"/>
                      <a:pt x="1083" y="547"/>
                    </a:cubicBezTo>
                    <a:lnTo>
                      <a:pt x="587" y="81"/>
                    </a:lnTo>
                    <a:cubicBezTo>
                      <a:pt x="530" y="24"/>
                      <a:pt x="464" y="0"/>
                      <a:pt x="40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7"/>
              <p:cNvSpPr/>
              <p:nvPr/>
            </p:nvSpPr>
            <p:spPr>
              <a:xfrm>
                <a:off x="2062663" y="2368075"/>
                <a:ext cx="26375" cy="25800"/>
              </a:xfrm>
              <a:custGeom>
                <a:avLst/>
                <a:gdLst/>
                <a:ahLst/>
                <a:cxnLst/>
                <a:rect l="l" t="t" r="r" b="b"/>
                <a:pathLst>
                  <a:path w="1055" h="1032" extrusionOk="0">
                    <a:moveTo>
                      <a:pt x="310" y="0"/>
                    </a:moveTo>
                    <a:cubicBezTo>
                      <a:pt x="241" y="0"/>
                      <a:pt x="171" y="23"/>
                      <a:pt x="124" y="70"/>
                    </a:cubicBezTo>
                    <a:cubicBezTo>
                      <a:pt x="0" y="194"/>
                      <a:pt x="0" y="349"/>
                      <a:pt x="124" y="473"/>
                    </a:cubicBezTo>
                    <a:lnTo>
                      <a:pt x="590" y="969"/>
                    </a:lnTo>
                    <a:cubicBezTo>
                      <a:pt x="621" y="1000"/>
                      <a:pt x="683" y="1031"/>
                      <a:pt x="776" y="1031"/>
                    </a:cubicBezTo>
                    <a:cubicBezTo>
                      <a:pt x="838" y="1031"/>
                      <a:pt x="900" y="1000"/>
                      <a:pt x="962" y="969"/>
                    </a:cubicBezTo>
                    <a:cubicBezTo>
                      <a:pt x="1055" y="845"/>
                      <a:pt x="1055" y="659"/>
                      <a:pt x="962" y="566"/>
                    </a:cubicBezTo>
                    <a:lnTo>
                      <a:pt x="497" y="70"/>
                    </a:lnTo>
                    <a:cubicBezTo>
                      <a:pt x="450" y="23"/>
                      <a:pt x="380" y="0"/>
                      <a:pt x="31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7"/>
              <p:cNvSpPr/>
              <p:nvPr/>
            </p:nvSpPr>
            <p:spPr>
              <a:xfrm>
                <a:off x="1964163" y="2368250"/>
                <a:ext cx="27175" cy="25625"/>
              </a:xfrm>
              <a:custGeom>
                <a:avLst/>
                <a:gdLst/>
                <a:ahLst/>
                <a:cxnLst/>
                <a:rect l="l" t="t" r="r" b="b"/>
                <a:pathLst>
                  <a:path w="1087" h="1025" extrusionOk="0">
                    <a:moveTo>
                      <a:pt x="792" y="1"/>
                    </a:moveTo>
                    <a:cubicBezTo>
                      <a:pt x="722" y="1"/>
                      <a:pt x="652" y="32"/>
                      <a:pt x="590" y="94"/>
                    </a:cubicBezTo>
                    <a:lnTo>
                      <a:pt x="590" y="63"/>
                    </a:lnTo>
                    <a:lnTo>
                      <a:pt x="125" y="559"/>
                    </a:lnTo>
                    <a:cubicBezTo>
                      <a:pt x="1" y="652"/>
                      <a:pt x="1" y="838"/>
                      <a:pt x="125" y="962"/>
                    </a:cubicBezTo>
                    <a:cubicBezTo>
                      <a:pt x="156" y="993"/>
                      <a:pt x="249" y="1024"/>
                      <a:pt x="311" y="1024"/>
                    </a:cubicBezTo>
                    <a:cubicBezTo>
                      <a:pt x="373" y="1024"/>
                      <a:pt x="435" y="993"/>
                      <a:pt x="497" y="962"/>
                    </a:cubicBezTo>
                    <a:lnTo>
                      <a:pt x="993" y="466"/>
                    </a:lnTo>
                    <a:cubicBezTo>
                      <a:pt x="1086" y="373"/>
                      <a:pt x="1086" y="187"/>
                      <a:pt x="993" y="94"/>
                    </a:cubicBezTo>
                    <a:cubicBezTo>
                      <a:pt x="931" y="32"/>
                      <a:pt x="862" y="1"/>
                      <a:pt x="79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7"/>
              <p:cNvSpPr/>
              <p:nvPr/>
            </p:nvSpPr>
            <p:spPr>
              <a:xfrm>
                <a:off x="2080488" y="2324825"/>
                <a:ext cx="32600" cy="14000"/>
              </a:xfrm>
              <a:custGeom>
                <a:avLst/>
                <a:gdLst/>
                <a:ahLst/>
                <a:cxnLst/>
                <a:rect l="l" t="t" r="r" b="b"/>
                <a:pathLst>
                  <a:path w="1304" h="560" extrusionOk="0">
                    <a:moveTo>
                      <a:pt x="280" y="1"/>
                    </a:moveTo>
                    <a:cubicBezTo>
                      <a:pt x="125" y="1"/>
                      <a:pt x="1" y="125"/>
                      <a:pt x="1" y="280"/>
                    </a:cubicBezTo>
                    <a:cubicBezTo>
                      <a:pt x="1" y="435"/>
                      <a:pt x="125" y="559"/>
                      <a:pt x="280" y="559"/>
                    </a:cubicBezTo>
                    <a:lnTo>
                      <a:pt x="962" y="559"/>
                    </a:lnTo>
                    <a:cubicBezTo>
                      <a:pt x="1304" y="559"/>
                      <a:pt x="1304" y="1"/>
                      <a:pt x="96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7"/>
              <p:cNvSpPr/>
              <p:nvPr/>
            </p:nvSpPr>
            <p:spPr>
              <a:xfrm>
                <a:off x="2019613" y="2248450"/>
                <a:ext cx="14375" cy="29875"/>
              </a:xfrm>
              <a:custGeom>
                <a:avLst/>
                <a:gdLst/>
                <a:ahLst/>
                <a:cxnLst/>
                <a:rect l="l" t="t" r="r" b="b"/>
                <a:pathLst>
                  <a:path w="575" h="1195" extrusionOk="0">
                    <a:moveTo>
                      <a:pt x="291" y="0"/>
                    </a:moveTo>
                    <a:cubicBezTo>
                      <a:pt x="148" y="0"/>
                      <a:pt x="1" y="78"/>
                      <a:pt x="16" y="233"/>
                    </a:cubicBezTo>
                    <a:lnTo>
                      <a:pt x="16" y="915"/>
                    </a:lnTo>
                    <a:cubicBezTo>
                      <a:pt x="16" y="1071"/>
                      <a:pt x="140" y="1195"/>
                      <a:pt x="295" y="1195"/>
                    </a:cubicBezTo>
                    <a:cubicBezTo>
                      <a:pt x="419" y="1195"/>
                      <a:pt x="544" y="1071"/>
                      <a:pt x="544" y="915"/>
                    </a:cubicBezTo>
                    <a:lnTo>
                      <a:pt x="544" y="233"/>
                    </a:lnTo>
                    <a:cubicBezTo>
                      <a:pt x="575" y="78"/>
                      <a:pt x="435" y="0"/>
                      <a:pt x="29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7"/>
              <p:cNvSpPr/>
              <p:nvPr/>
            </p:nvSpPr>
            <p:spPr>
              <a:xfrm>
                <a:off x="2020013" y="2386675"/>
                <a:ext cx="13975" cy="29100"/>
              </a:xfrm>
              <a:custGeom>
                <a:avLst/>
                <a:gdLst/>
                <a:ahLst/>
                <a:cxnLst/>
                <a:rect l="l" t="t" r="r" b="b"/>
                <a:pathLst>
                  <a:path w="559" h="1164" extrusionOk="0">
                    <a:moveTo>
                      <a:pt x="268" y="1"/>
                    </a:moveTo>
                    <a:cubicBezTo>
                      <a:pt x="140" y="1"/>
                      <a:pt x="16" y="86"/>
                      <a:pt x="0" y="256"/>
                    </a:cubicBezTo>
                    <a:lnTo>
                      <a:pt x="0" y="908"/>
                    </a:lnTo>
                    <a:cubicBezTo>
                      <a:pt x="16" y="1078"/>
                      <a:pt x="140" y="1164"/>
                      <a:pt x="268" y="1164"/>
                    </a:cubicBezTo>
                    <a:cubicBezTo>
                      <a:pt x="396" y="1164"/>
                      <a:pt x="528" y="1078"/>
                      <a:pt x="559" y="908"/>
                    </a:cubicBezTo>
                    <a:lnTo>
                      <a:pt x="559" y="256"/>
                    </a:lnTo>
                    <a:cubicBezTo>
                      <a:pt x="528" y="86"/>
                      <a:pt x="396" y="1"/>
                      <a:pt x="26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7"/>
              <p:cNvSpPr/>
              <p:nvPr/>
            </p:nvSpPr>
            <p:spPr>
              <a:xfrm>
                <a:off x="1940138" y="2324825"/>
                <a:ext cx="34925" cy="14000"/>
              </a:xfrm>
              <a:custGeom>
                <a:avLst/>
                <a:gdLst/>
                <a:ahLst/>
                <a:cxnLst/>
                <a:rect l="l" t="t" r="r" b="b"/>
                <a:pathLst>
                  <a:path w="1397" h="560" extrusionOk="0">
                    <a:moveTo>
                      <a:pt x="372" y="1"/>
                    </a:moveTo>
                    <a:cubicBezTo>
                      <a:pt x="0" y="1"/>
                      <a:pt x="0" y="559"/>
                      <a:pt x="372" y="559"/>
                    </a:cubicBezTo>
                    <a:lnTo>
                      <a:pt x="1024" y="559"/>
                    </a:lnTo>
                    <a:cubicBezTo>
                      <a:pt x="1396" y="559"/>
                      <a:pt x="1396" y="1"/>
                      <a:pt x="102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7"/>
              <p:cNvSpPr/>
              <p:nvPr/>
            </p:nvSpPr>
            <p:spPr>
              <a:xfrm>
                <a:off x="1833863" y="2477750"/>
                <a:ext cx="19200" cy="13875"/>
              </a:xfrm>
              <a:custGeom>
                <a:avLst/>
                <a:gdLst/>
                <a:ahLst/>
                <a:cxnLst/>
                <a:rect l="l" t="t" r="r" b="b"/>
                <a:pathLst>
                  <a:path w="768" h="555" extrusionOk="0">
                    <a:moveTo>
                      <a:pt x="386" y="1"/>
                    </a:moveTo>
                    <a:cubicBezTo>
                      <a:pt x="159" y="1"/>
                      <a:pt x="0" y="304"/>
                      <a:pt x="188" y="491"/>
                    </a:cubicBezTo>
                    <a:cubicBezTo>
                      <a:pt x="219" y="522"/>
                      <a:pt x="312" y="553"/>
                      <a:pt x="374" y="553"/>
                    </a:cubicBezTo>
                    <a:cubicBezTo>
                      <a:pt x="384" y="554"/>
                      <a:pt x="395" y="554"/>
                      <a:pt x="405" y="554"/>
                    </a:cubicBezTo>
                    <a:cubicBezTo>
                      <a:pt x="690" y="554"/>
                      <a:pt x="767" y="145"/>
                      <a:pt x="498" y="26"/>
                    </a:cubicBezTo>
                    <a:cubicBezTo>
                      <a:pt x="460" y="9"/>
                      <a:pt x="422" y="1"/>
                      <a:pt x="38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7" name="Google Shape;237;p27"/>
            <p:cNvSpPr/>
            <p:nvPr/>
          </p:nvSpPr>
          <p:spPr>
            <a:xfrm>
              <a:off x="5670196" y="1670086"/>
              <a:ext cx="14417" cy="15373"/>
            </a:xfrm>
            <a:custGeom>
              <a:avLst/>
              <a:gdLst/>
              <a:ahLst/>
              <a:cxnLst/>
              <a:rect l="l" t="t" r="r" b="b"/>
              <a:pathLst>
                <a:path w="528" h="563" extrusionOk="0">
                  <a:moveTo>
                    <a:pt x="266" y="0"/>
                  </a:moveTo>
                  <a:cubicBezTo>
                    <a:pt x="197" y="0"/>
                    <a:pt x="124" y="28"/>
                    <a:pt x="62" y="90"/>
                  </a:cubicBezTo>
                  <a:cubicBezTo>
                    <a:pt x="31" y="152"/>
                    <a:pt x="0" y="214"/>
                    <a:pt x="0" y="276"/>
                  </a:cubicBezTo>
                  <a:cubicBezTo>
                    <a:pt x="0" y="369"/>
                    <a:pt x="31" y="431"/>
                    <a:pt x="62" y="493"/>
                  </a:cubicBezTo>
                  <a:cubicBezTo>
                    <a:pt x="124" y="539"/>
                    <a:pt x="194" y="563"/>
                    <a:pt x="264" y="563"/>
                  </a:cubicBezTo>
                  <a:cubicBezTo>
                    <a:pt x="334" y="563"/>
                    <a:pt x="404" y="539"/>
                    <a:pt x="466" y="493"/>
                  </a:cubicBezTo>
                  <a:cubicBezTo>
                    <a:pt x="497" y="431"/>
                    <a:pt x="528" y="369"/>
                    <a:pt x="528" y="276"/>
                  </a:cubicBezTo>
                  <a:cubicBezTo>
                    <a:pt x="528" y="110"/>
                    <a:pt x="404" y="0"/>
                    <a:pt x="26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7"/>
            <p:cNvSpPr/>
            <p:nvPr/>
          </p:nvSpPr>
          <p:spPr>
            <a:xfrm>
              <a:off x="3105364" y="3051710"/>
              <a:ext cx="16984" cy="15291"/>
            </a:xfrm>
            <a:custGeom>
              <a:avLst/>
              <a:gdLst/>
              <a:ahLst/>
              <a:cxnLst/>
              <a:rect l="l" t="t" r="r" b="b"/>
              <a:pathLst>
                <a:path w="622" h="560" extrusionOk="0">
                  <a:moveTo>
                    <a:pt x="311" y="1"/>
                  </a:moveTo>
                  <a:cubicBezTo>
                    <a:pt x="249" y="1"/>
                    <a:pt x="156" y="32"/>
                    <a:pt x="125" y="94"/>
                  </a:cubicBezTo>
                  <a:cubicBezTo>
                    <a:pt x="1" y="187"/>
                    <a:pt x="1" y="373"/>
                    <a:pt x="125" y="466"/>
                  </a:cubicBezTo>
                  <a:cubicBezTo>
                    <a:pt x="156" y="528"/>
                    <a:pt x="249" y="559"/>
                    <a:pt x="311" y="559"/>
                  </a:cubicBezTo>
                  <a:cubicBezTo>
                    <a:pt x="373" y="559"/>
                    <a:pt x="435" y="528"/>
                    <a:pt x="497" y="466"/>
                  </a:cubicBezTo>
                  <a:cubicBezTo>
                    <a:pt x="621" y="373"/>
                    <a:pt x="621" y="187"/>
                    <a:pt x="497" y="94"/>
                  </a:cubicBezTo>
                  <a:cubicBezTo>
                    <a:pt x="435" y="32"/>
                    <a:pt x="373" y="1"/>
                    <a:pt x="31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7"/>
            <p:cNvSpPr/>
            <p:nvPr/>
          </p:nvSpPr>
          <p:spPr>
            <a:xfrm rot="5400000">
              <a:off x="4521175" y="1367999"/>
              <a:ext cx="104100" cy="903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7"/>
            <p:cNvSpPr/>
            <p:nvPr/>
          </p:nvSpPr>
          <p:spPr>
            <a:xfrm rot="9095240">
              <a:off x="5923455" y="2249825"/>
              <a:ext cx="104031" cy="90479"/>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7"/>
            <p:cNvSpPr/>
            <p:nvPr/>
          </p:nvSpPr>
          <p:spPr>
            <a:xfrm rot="-5400000">
              <a:off x="4509659" y="4458372"/>
              <a:ext cx="104100" cy="903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7"/>
            <p:cNvSpPr/>
            <p:nvPr/>
          </p:nvSpPr>
          <p:spPr>
            <a:xfrm rot="1300715">
              <a:off x="3117323" y="2249886"/>
              <a:ext cx="103952" cy="9036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7"/>
            <p:cNvSpPr/>
            <p:nvPr/>
          </p:nvSpPr>
          <p:spPr>
            <a:xfrm rot="-1704760">
              <a:off x="3107612" y="3532879"/>
              <a:ext cx="104031" cy="90479"/>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7"/>
            <p:cNvSpPr/>
            <p:nvPr/>
          </p:nvSpPr>
          <p:spPr>
            <a:xfrm rot="-9499285">
              <a:off x="5941996" y="3532937"/>
              <a:ext cx="103952" cy="9036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 name="Image 5">
            <a:extLst>
              <a:ext uri="{FF2B5EF4-FFF2-40B4-BE49-F238E27FC236}">
                <a16:creationId xmlns:a16="http://schemas.microsoft.com/office/drawing/2014/main" id="{5F12DCDB-3F11-7002-F522-01445AEDDE68}"/>
              </a:ext>
            </a:extLst>
          </p:cNvPr>
          <p:cNvPicPr>
            <a:picLocks noChangeAspect="1"/>
          </p:cNvPicPr>
          <p:nvPr/>
        </p:nvPicPr>
        <p:blipFill>
          <a:blip r:embed="rId3"/>
          <a:stretch>
            <a:fillRect/>
          </a:stretch>
        </p:blipFill>
        <p:spPr>
          <a:xfrm>
            <a:off x="5096518" y="1135667"/>
            <a:ext cx="500651" cy="500651"/>
          </a:xfrm>
          <a:prstGeom prst="rect">
            <a:avLst/>
          </a:prstGeom>
        </p:spPr>
      </p:pic>
      <p:pic>
        <p:nvPicPr>
          <p:cNvPr id="7" name="Image 6">
            <a:extLst>
              <a:ext uri="{FF2B5EF4-FFF2-40B4-BE49-F238E27FC236}">
                <a16:creationId xmlns:a16="http://schemas.microsoft.com/office/drawing/2014/main" id="{BCEA4B74-714D-21C5-A4C3-6AEF91C6CC30}"/>
              </a:ext>
            </a:extLst>
          </p:cNvPr>
          <p:cNvPicPr>
            <a:picLocks noChangeAspect="1"/>
          </p:cNvPicPr>
          <p:nvPr/>
        </p:nvPicPr>
        <p:blipFill>
          <a:blip r:embed="rId4"/>
          <a:stretch>
            <a:fillRect/>
          </a:stretch>
        </p:blipFill>
        <p:spPr>
          <a:xfrm>
            <a:off x="4625095" y="2318617"/>
            <a:ext cx="475148" cy="475148"/>
          </a:xfrm>
          <a:prstGeom prst="rect">
            <a:avLst/>
          </a:prstGeom>
        </p:spPr>
      </p:pic>
      <p:pic>
        <p:nvPicPr>
          <p:cNvPr id="8" name="Image 7">
            <a:extLst>
              <a:ext uri="{FF2B5EF4-FFF2-40B4-BE49-F238E27FC236}">
                <a16:creationId xmlns:a16="http://schemas.microsoft.com/office/drawing/2014/main" id="{D7CBAC93-93A4-24CD-9EDF-EC1C343FBE1C}"/>
              </a:ext>
            </a:extLst>
          </p:cNvPr>
          <p:cNvPicPr>
            <a:picLocks noChangeAspect="1"/>
          </p:cNvPicPr>
          <p:nvPr/>
        </p:nvPicPr>
        <p:blipFill>
          <a:blip r:embed="rId5"/>
          <a:stretch>
            <a:fillRect/>
          </a:stretch>
        </p:blipFill>
        <p:spPr>
          <a:xfrm>
            <a:off x="5128216" y="3422595"/>
            <a:ext cx="518790" cy="518790"/>
          </a:xfrm>
          <a:prstGeom prst="rect">
            <a:avLst/>
          </a:prstGeom>
        </p:spPr>
      </p:pic>
      <p:pic>
        <p:nvPicPr>
          <p:cNvPr id="9" name="Image 8">
            <a:extLst>
              <a:ext uri="{FF2B5EF4-FFF2-40B4-BE49-F238E27FC236}">
                <a16:creationId xmlns:a16="http://schemas.microsoft.com/office/drawing/2014/main" id="{3B541947-7102-855E-9789-84BDCBFA0FA2}"/>
              </a:ext>
            </a:extLst>
          </p:cNvPr>
          <p:cNvPicPr>
            <a:picLocks noChangeAspect="1"/>
          </p:cNvPicPr>
          <p:nvPr/>
        </p:nvPicPr>
        <p:blipFill>
          <a:blip r:embed="rId6"/>
          <a:stretch>
            <a:fillRect/>
          </a:stretch>
        </p:blipFill>
        <p:spPr>
          <a:xfrm>
            <a:off x="7635102" y="2303791"/>
            <a:ext cx="487722" cy="487722"/>
          </a:xfrm>
          <a:prstGeom prst="rect">
            <a:avLst/>
          </a:prstGeom>
        </p:spPr>
      </p:pic>
      <p:pic>
        <p:nvPicPr>
          <p:cNvPr id="10" name="Image 9">
            <a:extLst>
              <a:ext uri="{FF2B5EF4-FFF2-40B4-BE49-F238E27FC236}">
                <a16:creationId xmlns:a16="http://schemas.microsoft.com/office/drawing/2014/main" id="{841B101B-CFF9-A0D6-19F9-CA3E563026D1}"/>
              </a:ext>
            </a:extLst>
          </p:cNvPr>
          <p:cNvPicPr>
            <a:picLocks noChangeAspect="1"/>
          </p:cNvPicPr>
          <p:nvPr/>
        </p:nvPicPr>
        <p:blipFill>
          <a:blip r:embed="rId7"/>
          <a:stretch>
            <a:fillRect/>
          </a:stretch>
        </p:blipFill>
        <p:spPr>
          <a:xfrm>
            <a:off x="7092894" y="1139431"/>
            <a:ext cx="512108" cy="512108"/>
          </a:xfrm>
          <a:prstGeom prst="rect">
            <a:avLst/>
          </a:prstGeom>
        </p:spPr>
      </p:pic>
      <p:pic>
        <p:nvPicPr>
          <p:cNvPr id="11" name="Image 10">
            <a:extLst>
              <a:ext uri="{FF2B5EF4-FFF2-40B4-BE49-F238E27FC236}">
                <a16:creationId xmlns:a16="http://schemas.microsoft.com/office/drawing/2014/main" id="{BAC4B779-F997-B56F-72E1-8A3279D62077}"/>
              </a:ext>
            </a:extLst>
          </p:cNvPr>
          <p:cNvPicPr>
            <a:picLocks noChangeAspect="1"/>
          </p:cNvPicPr>
          <p:nvPr/>
        </p:nvPicPr>
        <p:blipFill>
          <a:blip r:embed="rId8"/>
          <a:stretch>
            <a:fillRect/>
          </a:stretch>
        </p:blipFill>
        <p:spPr>
          <a:xfrm>
            <a:off x="7074604" y="3457313"/>
            <a:ext cx="530398" cy="52430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31"/>
          <p:cNvSpPr txBox="1">
            <a:spLocks noGrp="1"/>
          </p:cNvSpPr>
          <p:nvPr>
            <p:ph type="title"/>
          </p:nvPr>
        </p:nvSpPr>
        <p:spPr>
          <a:xfrm>
            <a:off x="433846" y="470130"/>
            <a:ext cx="8229600" cy="572700"/>
          </a:xfrm>
          <a:prstGeom prst="rect">
            <a:avLst/>
          </a:prstGeom>
        </p:spPr>
        <p:txBody>
          <a:bodyPr spcFirstLastPara="1" wrap="square" lIns="91425" tIns="91425" rIns="91425" bIns="91425" anchor="ctr" anchorCtr="0">
            <a:noAutofit/>
          </a:bodyPr>
          <a:lstStyle/>
          <a:p>
            <a:br>
              <a:rPr lang="fr-FR" b="1" dirty="0">
                <a:effectLst/>
                <a:latin typeface="Georgia" panose="02040502050405020303" pitchFamily="18" charset="0"/>
              </a:rPr>
            </a:br>
            <a:r>
              <a:rPr lang="fr-FR" b="1" dirty="0">
                <a:effectLst/>
                <a:latin typeface="Georgia" panose="02040502050405020303" pitchFamily="18" charset="0"/>
              </a:rPr>
              <a:t>Le cycle de vie : c’est quoi ?</a:t>
            </a:r>
            <a:br>
              <a:rPr lang="fr-FR" dirty="0">
                <a:effectLst/>
                <a:latin typeface="Georgia" panose="02040502050405020303" pitchFamily="18" charset="0"/>
              </a:rPr>
            </a:br>
            <a:endParaRPr dirty="0">
              <a:latin typeface="Georgia" panose="02040502050405020303" pitchFamily="18" charset="0"/>
            </a:endParaRPr>
          </a:p>
        </p:txBody>
      </p:sp>
      <p:grpSp>
        <p:nvGrpSpPr>
          <p:cNvPr id="642" name="Google Shape;642;p31"/>
          <p:cNvGrpSpPr/>
          <p:nvPr/>
        </p:nvGrpSpPr>
        <p:grpSpPr>
          <a:xfrm>
            <a:off x="926275" y="1515200"/>
            <a:ext cx="7760600" cy="977400"/>
            <a:chOff x="2817873" y="1515200"/>
            <a:chExt cx="5869002" cy="977400"/>
          </a:xfrm>
        </p:grpSpPr>
        <p:sp>
          <p:nvSpPr>
            <p:cNvPr id="644" name="Google Shape;644;p31"/>
            <p:cNvSpPr/>
            <p:nvPr/>
          </p:nvSpPr>
          <p:spPr>
            <a:xfrm>
              <a:off x="2855803" y="1515200"/>
              <a:ext cx="5831072" cy="977400"/>
            </a:xfrm>
            <a:prstGeom prst="roundRect">
              <a:avLst>
                <a:gd name="adj" fmla="val 16667"/>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646" name="Google Shape;646;p31"/>
            <p:cNvSpPr txBox="1"/>
            <p:nvPr/>
          </p:nvSpPr>
          <p:spPr>
            <a:xfrm>
              <a:off x="3327969" y="1650250"/>
              <a:ext cx="5130231" cy="68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200" dirty="0">
                <a:solidFill>
                  <a:srgbClr val="000000"/>
                </a:solidFill>
                <a:latin typeface="Georgia" panose="02040502050405020303" pitchFamily="18" charset="0"/>
                <a:ea typeface="Roboto"/>
                <a:cs typeface="Roboto"/>
                <a:sym typeface="Roboto"/>
              </a:endParaRPr>
            </a:p>
          </p:txBody>
        </p:sp>
        <p:cxnSp>
          <p:nvCxnSpPr>
            <p:cNvPr id="649" name="Google Shape;649;p31"/>
            <p:cNvCxnSpPr>
              <a:cxnSpLocks/>
              <a:endCxn id="644" idx="1"/>
            </p:cNvCxnSpPr>
            <p:nvPr/>
          </p:nvCxnSpPr>
          <p:spPr>
            <a:xfrm>
              <a:off x="2817873" y="2003900"/>
              <a:ext cx="37930" cy="0"/>
            </a:xfrm>
            <a:prstGeom prst="straightConnector1">
              <a:avLst/>
            </a:prstGeom>
            <a:noFill/>
            <a:ln w="19050" cap="flat" cmpd="sng">
              <a:solidFill>
                <a:schemeClr val="dk1"/>
              </a:solidFill>
              <a:prstDash val="dot"/>
              <a:round/>
              <a:headEnd type="none" w="med" len="med"/>
              <a:tailEnd type="none" w="med" len="med"/>
            </a:ln>
          </p:spPr>
        </p:cxnSp>
      </p:grpSp>
      <p:grpSp>
        <p:nvGrpSpPr>
          <p:cNvPr id="658" name="Google Shape;658;p31"/>
          <p:cNvGrpSpPr/>
          <p:nvPr/>
        </p:nvGrpSpPr>
        <p:grpSpPr>
          <a:xfrm>
            <a:off x="976355" y="2695867"/>
            <a:ext cx="7710446" cy="2117551"/>
            <a:chOff x="2862925" y="3708900"/>
            <a:chExt cx="5831072" cy="2117551"/>
          </a:xfrm>
        </p:grpSpPr>
        <p:sp>
          <p:nvSpPr>
            <p:cNvPr id="660" name="Google Shape;660;p31"/>
            <p:cNvSpPr/>
            <p:nvPr/>
          </p:nvSpPr>
          <p:spPr>
            <a:xfrm>
              <a:off x="2862925" y="3708900"/>
              <a:ext cx="5831072" cy="977400"/>
            </a:xfrm>
            <a:prstGeom prst="roundRect">
              <a:avLst>
                <a:gd name="adj" fmla="val 16667"/>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665" name="Google Shape;665;p31"/>
            <p:cNvSpPr txBox="1"/>
            <p:nvPr/>
          </p:nvSpPr>
          <p:spPr>
            <a:xfrm>
              <a:off x="3004097" y="3843950"/>
              <a:ext cx="5454103" cy="68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200" dirty="0">
                <a:solidFill>
                  <a:srgbClr val="000000"/>
                </a:solidFill>
                <a:latin typeface="Georgia" panose="02040502050405020303" pitchFamily="18" charset="0"/>
                <a:ea typeface="Roboto"/>
                <a:cs typeface="Roboto"/>
                <a:sym typeface="Roboto"/>
              </a:endParaRPr>
            </a:p>
          </p:txBody>
        </p:sp>
        <p:sp>
          <p:nvSpPr>
            <p:cNvPr id="30" name="Google Shape;660;p31">
              <a:extLst>
                <a:ext uri="{FF2B5EF4-FFF2-40B4-BE49-F238E27FC236}">
                  <a16:creationId xmlns:a16="http://schemas.microsoft.com/office/drawing/2014/main" id="{9B76DE2B-86B3-68E2-080D-2F1A498E8982}"/>
                </a:ext>
              </a:extLst>
            </p:cNvPr>
            <p:cNvSpPr/>
            <p:nvPr/>
          </p:nvSpPr>
          <p:spPr>
            <a:xfrm>
              <a:off x="2862925" y="4849051"/>
              <a:ext cx="5823941" cy="977400"/>
            </a:xfrm>
            <a:prstGeom prst="roundRect">
              <a:avLst>
                <a:gd name="adj" fmla="val 16667"/>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Georgia" panose="02040502050405020303" pitchFamily="18" charset="0"/>
              </a:endParaRPr>
            </a:p>
          </p:txBody>
        </p:sp>
      </p:grpSp>
      <p:sp>
        <p:nvSpPr>
          <p:cNvPr id="29" name="ZoneTexte 28">
            <a:extLst>
              <a:ext uri="{FF2B5EF4-FFF2-40B4-BE49-F238E27FC236}">
                <a16:creationId xmlns:a16="http://schemas.microsoft.com/office/drawing/2014/main" id="{E6D9257D-6ABE-61DF-E5DC-824B53096577}"/>
              </a:ext>
            </a:extLst>
          </p:cNvPr>
          <p:cNvSpPr txBox="1"/>
          <p:nvPr/>
        </p:nvSpPr>
        <p:spPr>
          <a:xfrm>
            <a:off x="1077634" y="1712112"/>
            <a:ext cx="6878952" cy="523220"/>
          </a:xfrm>
          <a:prstGeom prst="rect">
            <a:avLst/>
          </a:prstGeom>
          <a:noFill/>
        </p:spPr>
        <p:txBody>
          <a:bodyPr wrap="square">
            <a:spAutoFit/>
          </a:bodyPr>
          <a:lstStyle/>
          <a:p>
            <a:r>
              <a:rPr lang="fr-FR" dirty="0">
                <a:latin typeface="Georgia" panose="02040502050405020303" pitchFamily="18" charset="0"/>
              </a:rPr>
              <a:t>Le cycle de vie désigne toutes les étapes inhérentes à la réalisation d’une activité ou à l’existence d’un produit ou d’un service. </a:t>
            </a:r>
            <a:endParaRPr lang="en-US" dirty="0">
              <a:latin typeface="Georgia" panose="02040502050405020303" pitchFamily="18" charset="0"/>
            </a:endParaRPr>
          </a:p>
        </p:txBody>
      </p:sp>
      <p:sp>
        <p:nvSpPr>
          <p:cNvPr id="33" name="ZoneTexte 32">
            <a:extLst>
              <a:ext uri="{FF2B5EF4-FFF2-40B4-BE49-F238E27FC236}">
                <a16:creationId xmlns:a16="http://schemas.microsoft.com/office/drawing/2014/main" id="{D661361A-6452-56D6-A6FF-35D264FB6545}"/>
              </a:ext>
            </a:extLst>
          </p:cNvPr>
          <p:cNvSpPr txBox="1"/>
          <p:nvPr/>
        </p:nvSpPr>
        <p:spPr>
          <a:xfrm>
            <a:off x="994211" y="2866579"/>
            <a:ext cx="7996852" cy="738664"/>
          </a:xfrm>
          <a:prstGeom prst="rect">
            <a:avLst/>
          </a:prstGeom>
          <a:noFill/>
        </p:spPr>
        <p:txBody>
          <a:bodyPr wrap="square">
            <a:spAutoFit/>
          </a:bodyPr>
          <a:lstStyle/>
          <a:p>
            <a:r>
              <a:rPr lang="fr-FR" dirty="0">
                <a:latin typeface="Georgia" panose="02040502050405020303" pitchFamily="18" charset="0"/>
              </a:rPr>
              <a:t>Exemple, Cycle de Vie d’une voiture inclut la fabrication de cette voiture (l’extraction des ressources matérielles), la distribution de cette voiture (transport, commercialisation) son usage (pour se déplacer) et sa fin de vie (mise à la casse, recyclage).</a:t>
            </a:r>
            <a:endParaRPr lang="en-US" dirty="0">
              <a:latin typeface="Georgia" panose="02040502050405020303" pitchFamily="18" charset="0"/>
            </a:endParaRPr>
          </a:p>
        </p:txBody>
      </p:sp>
      <p:sp>
        <p:nvSpPr>
          <p:cNvPr id="35" name="ZoneTexte 34">
            <a:extLst>
              <a:ext uri="{FF2B5EF4-FFF2-40B4-BE49-F238E27FC236}">
                <a16:creationId xmlns:a16="http://schemas.microsoft.com/office/drawing/2014/main" id="{B5E66F43-35B8-90B6-3150-90807449305E}"/>
              </a:ext>
            </a:extLst>
          </p:cNvPr>
          <p:cNvSpPr txBox="1"/>
          <p:nvPr/>
        </p:nvSpPr>
        <p:spPr>
          <a:xfrm>
            <a:off x="1054931" y="3979222"/>
            <a:ext cx="7112714" cy="738664"/>
          </a:xfrm>
          <a:prstGeom prst="rect">
            <a:avLst/>
          </a:prstGeom>
          <a:noFill/>
        </p:spPr>
        <p:txBody>
          <a:bodyPr wrap="square">
            <a:spAutoFit/>
          </a:bodyPr>
          <a:lstStyle/>
          <a:p>
            <a:r>
              <a:rPr lang="fr-FR" dirty="0">
                <a:latin typeface="Georgia" panose="02040502050405020303" pitchFamily="18" charset="0"/>
              </a:rPr>
              <a:t>Pour chaque étape du cycle de vie, l’ACV va chercher à quantifier les ressources matérielles et énergétiques utilisées, afin d’en déduire une série d’impacts environnementaux </a:t>
            </a:r>
            <a:endParaRPr lang="en-US" dirty="0">
              <a:latin typeface="Georgia" panose="02040502050405020303" pitchFamily="18" charset="0"/>
            </a:endParaRPr>
          </a:p>
        </p:txBody>
      </p:sp>
      <p:pic>
        <p:nvPicPr>
          <p:cNvPr id="37" name="Image 36">
            <a:extLst>
              <a:ext uri="{FF2B5EF4-FFF2-40B4-BE49-F238E27FC236}">
                <a16:creationId xmlns:a16="http://schemas.microsoft.com/office/drawing/2014/main" id="{2BCEDD88-3D70-E046-ED46-406AE748FC44}"/>
              </a:ext>
            </a:extLst>
          </p:cNvPr>
          <p:cNvPicPr>
            <a:picLocks noChangeAspect="1"/>
          </p:cNvPicPr>
          <p:nvPr/>
        </p:nvPicPr>
        <p:blipFill>
          <a:blip r:embed="rId3"/>
          <a:stretch>
            <a:fillRect/>
          </a:stretch>
        </p:blipFill>
        <p:spPr>
          <a:xfrm>
            <a:off x="319850" y="3062160"/>
            <a:ext cx="438950" cy="347502"/>
          </a:xfrm>
          <a:prstGeom prst="rect">
            <a:avLst/>
          </a:prstGeom>
        </p:spPr>
      </p:pic>
      <p:pic>
        <p:nvPicPr>
          <p:cNvPr id="41" name="Image 40">
            <a:extLst>
              <a:ext uri="{FF2B5EF4-FFF2-40B4-BE49-F238E27FC236}">
                <a16:creationId xmlns:a16="http://schemas.microsoft.com/office/drawing/2014/main" id="{569DCE3E-C030-9F3A-33AF-4B4A6878CA3D}"/>
              </a:ext>
            </a:extLst>
          </p:cNvPr>
          <p:cNvPicPr>
            <a:picLocks noChangeAspect="1"/>
          </p:cNvPicPr>
          <p:nvPr/>
        </p:nvPicPr>
        <p:blipFill>
          <a:blip r:embed="rId4"/>
          <a:stretch>
            <a:fillRect/>
          </a:stretch>
        </p:blipFill>
        <p:spPr>
          <a:xfrm>
            <a:off x="257550" y="1778382"/>
            <a:ext cx="481626" cy="481626"/>
          </a:xfrm>
          <a:prstGeom prst="rect">
            <a:avLst/>
          </a:prstGeom>
        </p:spPr>
      </p:pic>
      <p:pic>
        <p:nvPicPr>
          <p:cNvPr id="43" name="Image 42">
            <a:extLst>
              <a:ext uri="{FF2B5EF4-FFF2-40B4-BE49-F238E27FC236}">
                <a16:creationId xmlns:a16="http://schemas.microsoft.com/office/drawing/2014/main" id="{E6256D26-B4F2-CE59-83D3-C4D3ED6A9723}"/>
              </a:ext>
            </a:extLst>
          </p:cNvPr>
          <p:cNvPicPr>
            <a:picLocks noChangeAspect="1"/>
          </p:cNvPicPr>
          <p:nvPr/>
        </p:nvPicPr>
        <p:blipFill>
          <a:blip r:embed="rId5"/>
          <a:stretch>
            <a:fillRect/>
          </a:stretch>
        </p:blipFill>
        <p:spPr>
          <a:xfrm>
            <a:off x="350333" y="4164047"/>
            <a:ext cx="408467" cy="40237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grpSp>
        <p:nvGrpSpPr>
          <p:cNvPr id="375" name="Google Shape;375;p29"/>
          <p:cNvGrpSpPr/>
          <p:nvPr/>
        </p:nvGrpSpPr>
        <p:grpSpPr>
          <a:xfrm>
            <a:off x="6241919" y="1178010"/>
            <a:ext cx="2439900" cy="3821419"/>
            <a:chOff x="6241919" y="1178010"/>
            <a:chExt cx="2439900" cy="3821419"/>
          </a:xfrm>
        </p:grpSpPr>
        <p:sp>
          <p:nvSpPr>
            <p:cNvPr id="376" name="Google Shape;376;p29"/>
            <p:cNvSpPr/>
            <p:nvPr/>
          </p:nvSpPr>
          <p:spPr>
            <a:xfrm>
              <a:off x="6241919" y="2633800"/>
              <a:ext cx="2439900" cy="2076300"/>
            </a:xfrm>
            <a:prstGeom prst="roundRect">
              <a:avLst>
                <a:gd name="adj" fmla="val 16667"/>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77" name="Google Shape;377;p29"/>
            <p:cNvSpPr/>
            <p:nvPr/>
          </p:nvSpPr>
          <p:spPr>
            <a:xfrm>
              <a:off x="7101287" y="1178010"/>
              <a:ext cx="721200" cy="721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78" name="Google Shape;378;p29"/>
            <p:cNvSpPr txBox="1"/>
            <p:nvPr/>
          </p:nvSpPr>
          <p:spPr>
            <a:xfrm>
              <a:off x="6644975" y="2055900"/>
              <a:ext cx="1633800" cy="4374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dirty="0">
                  <a:latin typeface="Georgia" panose="02040502050405020303" pitchFamily="18" charset="0"/>
                  <a:ea typeface="Fira Sans Extra Condensed SemiBold"/>
                  <a:cs typeface="Fira Sans Extra Condensed SemiBold"/>
                  <a:sym typeface="Fira Sans Extra Condensed SemiBold"/>
                </a:rPr>
                <a:t>GP 03</a:t>
              </a:r>
              <a:endParaRPr sz="1600" dirty="0">
                <a:solidFill>
                  <a:srgbClr val="000000"/>
                </a:solidFill>
                <a:latin typeface="Georgia" panose="02040502050405020303" pitchFamily="18" charset="0"/>
                <a:ea typeface="Fira Sans Extra Condensed SemiBold"/>
                <a:cs typeface="Fira Sans Extra Condensed SemiBold"/>
                <a:sym typeface="Fira Sans Extra Condensed SemiBold"/>
              </a:endParaRPr>
            </a:p>
          </p:txBody>
        </p:sp>
        <p:sp>
          <p:nvSpPr>
            <p:cNvPr id="379" name="Google Shape;379;p29"/>
            <p:cNvSpPr txBox="1"/>
            <p:nvPr/>
          </p:nvSpPr>
          <p:spPr>
            <a:xfrm>
              <a:off x="6610449" y="2889499"/>
              <a:ext cx="1916033" cy="210993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dirty="0">
                  <a:latin typeface="Georgia" panose="02040502050405020303" pitchFamily="18" charset="0"/>
                  <a:ea typeface="Roboto"/>
                  <a:cs typeface="Roboto"/>
                  <a:sym typeface="Roboto"/>
                </a:rPr>
                <a:t>L’ACV est ainsi l’outil de base </a:t>
              </a:r>
              <a:r>
                <a:rPr lang="fr-FR" b="1" dirty="0">
                  <a:latin typeface="Georgia" panose="02040502050405020303" pitchFamily="18" charset="0"/>
                  <a:ea typeface="Roboto"/>
                  <a:cs typeface="Roboto"/>
                  <a:sym typeface="Roboto"/>
                </a:rPr>
                <a:t>d’une stratégie efficace d’éco-conception</a:t>
              </a:r>
              <a:r>
                <a:rPr lang="fr-FR" dirty="0">
                  <a:latin typeface="Georgia" panose="02040502050405020303" pitchFamily="18" charset="0"/>
                  <a:ea typeface="Roboto"/>
                  <a:cs typeface="Roboto"/>
                  <a:sym typeface="Roboto"/>
                </a:rPr>
                <a:t>, puisque c’est elle qui permet d’identifier les impacts écologiques clé liés à un produit</a:t>
              </a:r>
              <a:endParaRPr dirty="0">
                <a:solidFill>
                  <a:srgbClr val="000000"/>
                </a:solidFill>
                <a:latin typeface="Georgia" panose="02040502050405020303" pitchFamily="18" charset="0"/>
                <a:ea typeface="Roboto"/>
                <a:cs typeface="Roboto"/>
                <a:sym typeface="Roboto"/>
              </a:endParaRPr>
            </a:p>
          </p:txBody>
        </p:sp>
        <p:cxnSp>
          <p:nvCxnSpPr>
            <p:cNvPr id="380" name="Google Shape;380;p29"/>
            <p:cNvCxnSpPr>
              <a:stCxn id="377" idx="2"/>
              <a:endCxn id="378" idx="1"/>
            </p:cNvCxnSpPr>
            <p:nvPr/>
          </p:nvCxnSpPr>
          <p:spPr>
            <a:xfrm flipH="1">
              <a:off x="6644987" y="1538610"/>
              <a:ext cx="456300" cy="735900"/>
            </a:xfrm>
            <a:prstGeom prst="bentConnector3">
              <a:avLst>
                <a:gd name="adj1" fmla="val 152189"/>
              </a:avLst>
            </a:prstGeom>
            <a:noFill/>
            <a:ln w="19050" cap="flat" cmpd="sng">
              <a:solidFill>
                <a:schemeClr val="dk1"/>
              </a:solidFill>
              <a:prstDash val="dot"/>
              <a:round/>
              <a:headEnd type="none" w="med" len="med"/>
              <a:tailEnd type="none" w="med" len="med"/>
            </a:ln>
          </p:spPr>
        </p:cxnSp>
      </p:grpSp>
      <p:grpSp>
        <p:nvGrpSpPr>
          <p:cNvPr id="381" name="Google Shape;381;p29"/>
          <p:cNvGrpSpPr/>
          <p:nvPr/>
        </p:nvGrpSpPr>
        <p:grpSpPr>
          <a:xfrm>
            <a:off x="3408219" y="1178010"/>
            <a:ext cx="2505049" cy="3821419"/>
            <a:chOff x="3408219" y="1178010"/>
            <a:chExt cx="2505049" cy="3821419"/>
          </a:xfrm>
        </p:grpSpPr>
        <p:sp>
          <p:nvSpPr>
            <p:cNvPr id="382" name="Google Shape;382;p29"/>
            <p:cNvSpPr/>
            <p:nvPr/>
          </p:nvSpPr>
          <p:spPr>
            <a:xfrm>
              <a:off x="3408219" y="2752661"/>
              <a:ext cx="2505049" cy="2246768"/>
            </a:xfrm>
            <a:prstGeom prst="roundRect">
              <a:avLst>
                <a:gd name="adj" fmla="val 16667"/>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83" name="Google Shape;383;p29"/>
            <p:cNvSpPr/>
            <p:nvPr/>
          </p:nvSpPr>
          <p:spPr>
            <a:xfrm>
              <a:off x="4208901" y="1178010"/>
              <a:ext cx="721200" cy="721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84" name="Google Shape;384;p29"/>
            <p:cNvSpPr txBox="1"/>
            <p:nvPr/>
          </p:nvSpPr>
          <p:spPr>
            <a:xfrm>
              <a:off x="3772550" y="2055900"/>
              <a:ext cx="1633800" cy="4374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dirty="0">
                  <a:latin typeface="Georgia" panose="02040502050405020303" pitchFamily="18" charset="0"/>
                  <a:ea typeface="Fira Sans Extra Condensed SemiBold"/>
                  <a:cs typeface="Fira Sans Extra Condensed SemiBold"/>
                  <a:sym typeface="Fira Sans Extra Condensed SemiBold"/>
                </a:rPr>
                <a:t>GP 02</a:t>
              </a:r>
              <a:endParaRPr sz="1600" dirty="0">
                <a:solidFill>
                  <a:srgbClr val="000000"/>
                </a:solidFill>
                <a:latin typeface="Georgia" panose="02040502050405020303" pitchFamily="18" charset="0"/>
                <a:ea typeface="Fira Sans Extra Condensed SemiBold"/>
                <a:cs typeface="Fira Sans Extra Condensed SemiBold"/>
                <a:sym typeface="Fira Sans Extra Condensed SemiBold"/>
              </a:endParaRPr>
            </a:p>
          </p:txBody>
        </p:sp>
        <p:sp>
          <p:nvSpPr>
            <p:cNvPr id="385" name="Google Shape;385;p29"/>
            <p:cNvSpPr txBox="1"/>
            <p:nvPr/>
          </p:nvSpPr>
          <p:spPr>
            <a:xfrm>
              <a:off x="3772401" y="2675339"/>
              <a:ext cx="1782600" cy="2076298"/>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dirty="0">
                  <a:latin typeface="Georgia" panose="02040502050405020303" pitchFamily="18" charset="0"/>
                  <a:ea typeface="Roboto"/>
                  <a:cs typeface="Roboto"/>
                  <a:sym typeface="Roboto"/>
                </a:rPr>
                <a:t>Comparer l’impact environnemental de différents produits, et orienter l’activité d’une organisation vers les options </a:t>
              </a:r>
              <a:r>
                <a:rPr lang="fr-FR" b="1" dirty="0">
                  <a:latin typeface="Georgia" panose="02040502050405020303" pitchFamily="18" charset="0"/>
                  <a:ea typeface="Roboto"/>
                  <a:cs typeface="Roboto"/>
                  <a:sym typeface="Roboto"/>
                </a:rPr>
                <a:t>les plus durables</a:t>
              </a:r>
              <a:r>
                <a:rPr lang="fr-FR" dirty="0">
                  <a:latin typeface="Georgia" panose="02040502050405020303" pitchFamily="18" charset="0"/>
                  <a:ea typeface="Roboto"/>
                  <a:cs typeface="Roboto"/>
                  <a:sym typeface="Roboto"/>
                </a:rPr>
                <a:t> et </a:t>
              </a:r>
              <a:r>
                <a:rPr lang="fr-FR" b="1" dirty="0">
                  <a:latin typeface="Georgia" panose="02040502050405020303" pitchFamily="18" charset="0"/>
                  <a:ea typeface="Roboto"/>
                  <a:cs typeface="Roboto"/>
                  <a:sym typeface="Roboto"/>
                </a:rPr>
                <a:t>les plus pertinentes </a:t>
              </a:r>
              <a:r>
                <a:rPr lang="fr-FR" dirty="0">
                  <a:latin typeface="Georgia" panose="02040502050405020303" pitchFamily="18" charset="0"/>
                  <a:ea typeface="Roboto"/>
                  <a:cs typeface="Roboto"/>
                  <a:sym typeface="Roboto"/>
                </a:rPr>
                <a:t>sur le plan écologique</a:t>
              </a:r>
              <a:r>
                <a:rPr lang="fr-FR" sz="1200" dirty="0">
                  <a:latin typeface="Georgia" panose="02040502050405020303" pitchFamily="18" charset="0"/>
                  <a:ea typeface="Roboto"/>
                  <a:cs typeface="Roboto"/>
                  <a:sym typeface="Roboto"/>
                </a:rPr>
                <a:t>.</a:t>
              </a:r>
              <a:endParaRPr sz="1200" dirty="0">
                <a:solidFill>
                  <a:srgbClr val="000000"/>
                </a:solidFill>
                <a:latin typeface="Georgia" panose="02040502050405020303" pitchFamily="18" charset="0"/>
                <a:ea typeface="Roboto"/>
                <a:cs typeface="Roboto"/>
                <a:sym typeface="Roboto"/>
              </a:endParaRPr>
            </a:p>
          </p:txBody>
        </p:sp>
        <p:cxnSp>
          <p:nvCxnSpPr>
            <p:cNvPr id="386" name="Google Shape;386;p29"/>
            <p:cNvCxnSpPr>
              <a:stCxn id="383" idx="2"/>
              <a:endCxn id="384" idx="1"/>
            </p:cNvCxnSpPr>
            <p:nvPr/>
          </p:nvCxnSpPr>
          <p:spPr>
            <a:xfrm flipH="1">
              <a:off x="3772401" y="1538610"/>
              <a:ext cx="436500" cy="735900"/>
            </a:xfrm>
            <a:prstGeom prst="bentConnector3">
              <a:avLst>
                <a:gd name="adj1" fmla="val 154519"/>
              </a:avLst>
            </a:prstGeom>
            <a:noFill/>
            <a:ln w="19050" cap="flat" cmpd="sng">
              <a:solidFill>
                <a:schemeClr val="dk1"/>
              </a:solidFill>
              <a:prstDash val="dot"/>
              <a:round/>
              <a:headEnd type="none" w="med" len="med"/>
              <a:tailEnd type="none" w="med" len="med"/>
            </a:ln>
          </p:spPr>
        </p:cxnSp>
      </p:grpSp>
      <p:grpSp>
        <p:nvGrpSpPr>
          <p:cNvPr id="387" name="Google Shape;387;p29"/>
          <p:cNvGrpSpPr/>
          <p:nvPr/>
        </p:nvGrpSpPr>
        <p:grpSpPr>
          <a:xfrm>
            <a:off x="457200" y="1178010"/>
            <a:ext cx="2439900" cy="3532090"/>
            <a:chOff x="457200" y="1178010"/>
            <a:chExt cx="2439900" cy="3532090"/>
          </a:xfrm>
        </p:grpSpPr>
        <p:sp>
          <p:nvSpPr>
            <p:cNvPr id="388" name="Google Shape;388;p29"/>
            <p:cNvSpPr/>
            <p:nvPr/>
          </p:nvSpPr>
          <p:spPr>
            <a:xfrm>
              <a:off x="457200" y="2633800"/>
              <a:ext cx="2439900" cy="2076300"/>
            </a:xfrm>
            <a:prstGeom prst="roundRect">
              <a:avLst>
                <a:gd name="adj" fmla="val 16667"/>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89" name="Google Shape;389;p29"/>
            <p:cNvSpPr/>
            <p:nvPr/>
          </p:nvSpPr>
          <p:spPr>
            <a:xfrm>
              <a:off x="1316562" y="1178010"/>
              <a:ext cx="721200" cy="721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90" name="Google Shape;390;p29"/>
            <p:cNvSpPr txBox="1"/>
            <p:nvPr/>
          </p:nvSpPr>
          <p:spPr>
            <a:xfrm>
              <a:off x="860225" y="2055850"/>
              <a:ext cx="1633800" cy="4374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latin typeface="Georgia" panose="02040502050405020303" pitchFamily="18" charset="0"/>
                  <a:ea typeface="Fira Sans Extra Condensed SemiBold"/>
                  <a:cs typeface="Fira Sans Extra Condensed SemiBold"/>
                  <a:sym typeface="Fira Sans Extra Condensed SemiBold"/>
                </a:rPr>
                <a:t>GP 01</a:t>
              </a:r>
              <a:endParaRPr lang="en-US" sz="1600" dirty="0">
                <a:solidFill>
                  <a:srgbClr val="000000"/>
                </a:solidFill>
                <a:latin typeface="Georgia" panose="02040502050405020303" pitchFamily="18" charset="0"/>
                <a:ea typeface="Fira Sans Extra Condensed SemiBold"/>
                <a:cs typeface="Fira Sans Extra Condensed SemiBold"/>
                <a:sym typeface="Fira Sans Extra Condensed SemiBold"/>
              </a:endParaRPr>
            </a:p>
          </p:txBody>
        </p:sp>
        <p:sp>
          <p:nvSpPr>
            <p:cNvPr id="391" name="Google Shape;391;p29"/>
            <p:cNvSpPr txBox="1"/>
            <p:nvPr/>
          </p:nvSpPr>
          <p:spPr>
            <a:xfrm>
              <a:off x="785850" y="2889499"/>
              <a:ext cx="1782600" cy="1586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200" dirty="0">
                <a:solidFill>
                  <a:srgbClr val="000000"/>
                </a:solidFill>
                <a:latin typeface="Georgia" panose="02040502050405020303" pitchFamily="18" charset="0"/>
                <a:ea typeface="Roboto"/>
                <a:cs typeface="Roboto"/>
                <a:sym typeface="Roboto"/>
              </a:endParaRPr>
            </a:p>
          </p:txBody>
        </p:sp>
        <p:cxnSp>
          <p:nvCxnSpPr>
            <p:cNvPr id="392" name="Google Shape;392;p29"/>
            <p:cNvCxnSpPr>
              <a:stCxn id="389" idx="2"/>
              <a:endCxn id="390" idx="1"/>
            </p:cNvCxnSpPr>
            <p:nvPr/>
          </p:nvCxnSpPr>
          <p:spPr>
            <a:xfrm flipH="1">
              <a:off x="860262" y="1538610"/>
              <a:ext cx="456300" cy="735900"/>
            </a:xfrm>
            <a:prstGeom prst="bentConnector3">
              <a:avLst>
                <a:gd name="adj1" fmla="val 152194"/>
              </a:avLst>
            </a:prstGeom>
            <a:noFill/>
            <a:ln w="19050" cap="flat" cmpd="sng">
              <a:solidFill>
                <a:schemeClr val="dk1"/>
              </a:solidFill>
              <a:prstDash val="dot"/>
              <a:round/>
              <a:headEnd type="none" w="med" len="med"/>
              <a:tailEnd type="none" w="med" len="med"/>
            </a:ln>
          </p:spPr>
        </p:cxnSp>
      </p:grpSp>
      <p:sp>
        <p:nvSpPr>
          <p:cNvPr id="393" name="Google Shape;393;p29"/>
          <p:cNvSpPr txBox="1">
            <a:spLocks noGrp="1"/>
          </p:cNvSpPr>
          <p:nvPr>
            <p:ph type="title"/>
          </p:nvPr>
        </p:nvSpPr>
        <p:spPr>
          <a:xfrm>
            <a:off x="457200" y="457200"/>
            <a:ext cx="82296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b="1" dirty="0">
                <a:latin typeface="Georgia" panose="02040502050405020303" pitchFamily="18" charset="0"/>
              </a:rPr>
              <a:t>À quoi servent les analyses de cycle de vie ?</a:t>
            </a:r>
            <a:endParaRPr b="1" dirty="0">
              <a:latin typeface="Georgia" panose="02040502050405020303" pitchFamily="18" charset="0"/>
            </a:endParaRPr>
          </a:p>
        </p:txBody>
      </p:sp>
      <p:grpSp>
        <p:nvGrpSpPr>
          <p:cNvPr id="394" name="Google Shape;394;p29"/>
          <p:cNvGrpSpPr/>
          <p:nvPr/>
        </p:nvGrpSpPr>
        <p:grpSpPr>
          <a:xfrm>
            <a:off x="1480848" y="1342978"/>
            <a:ext cx="391965" cy="391264"/>
            <a:chOff x="7037388" y="3369275"/>
            <a:chExt cx="349750" cy="349125"/>
          </a:xfrm>
        </p:grpSpPr>
        <p:sp>
          <p:nvSpPr>
            <p:cNvPr id="395" name="Google Shape;395;p29"/>
            <p:cNvSpPr/>
            <p:nvPr/>
          </p:nvSpPr>
          <p:spPr>
            <a:xfrm>
              <a:off x="7088463" y="3451175"/>
              <a:ext cx="259125" cy="233775"/>
            </a:xfrm>
            <a:custGeom>
              <a:avLst/>
              <a:gdLst/>
              <a:ahLst/>
              <a:cxnLst/>
              <a:rect l="l" t="t" r="r" b="b"/>
              <a:pathLst>
                <a:path w="10365" h="9351" extrusionOk="0">
                  <a:moveTo>
                    <a:pt x="5750" y="1"/>
                  </a:moveTo>
                  <a:cubicBezTo>
                    <a:pt x="2758" y="1"/>
                    <a:pt x="1" y="3038"/>
                    <a:pt x="1400" y="6469"/>
                  </a:cubicBezTo>
                  <a:cubicBezTo>
                    <a:pt x="2148" y="8232"/>
                    <a:pt x="3861" y="9351"/>
                    <a:pt x="5709" y="9351"/>
                  </a:cubicBezTo>
                  <a:cubicBezTo>
                    <a:pt x="6008" y="9351"/>
                    <a:pt x="6310" y="9322"/>
                    <a:pt x="6612" y="9261"/>
                  </a:cubicBezTo>
                  <a:cubicBezTo>
                    <a:pt x="8814" y="8827"/>
                    <a:pt x="10365" y="6904"/>
                    <a:pt x="10365" y="4701"/>
                  </a:cubicBezTo>
                  <a:cubicBezTo>
                    <a:pt x="10365" y="3461"/>
                    <a:pt x="9869" y="2282"/>
                    <a:pt x="9000" y="1413"/>
                  </a:cubicBezTo>
                  <a:cubicBezTo>
                    <a:pt x="8021" y="426"/>
                    <a:pt x="6869" y="1"/>
                    <a:pt x="5750" y="1"/>
                  </a:cubicBezTo>
                  <a:close/>
                </a:path>
              </a:pathLst>
            </a:custGeom>
            <a:solidFill>
              <a:srgbClr val="91DE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96" name="Google Shape;396;p29"/>
            <p:cNvSpPr/>
            <p:nvPr/>
          </p:nvSpPr>
          <p:spPr>
            <a:xfrm>
              <a:off x="7118813" y="3497350"/>
              <a:ext cx="77575" cy="43450"/>
            </a:xfrm>
            <a:custGeom>
              <a:avLst/>
              <a:gdLst/>
              <a:ahLst/>
              <a:cxnLst/>
              <a:rect l="l" t="t" r="r" b="b"/>
              <a:pathLst>
                <a:path w="3103" h="1738" extrusionOk="0">
                  <a:moveTo>
                    <a:pt x="869" y="1"/>
                  </a:moveTo>
                  <a:cubicBezTo>
                    <a:pt x="435" y="497"/>
                    <a:pt x="155" y="1086"/>
                    <a:pt x="0" y="1738"/>
                  </a:cubicBezTo>
                  <a:lnTo>
                    <a:pt x="1954" y="1738"/>
                  </a:lnTo>
                  <a:cubicBezTo>
                    <a:pt x="3102" y="1738"/>
                    <a:pt x="3102" y="1"/>
                    <a:pt x="1954" y="1"/>
                  </a:cubicBezTo>
                  <a:close/>
                </a:path>
              </a:pathLst>
            </a:custGeom>
            <a:solidFill>
              <a:srgbClr val="D8EC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97" name="Google Shape;397;p29"/>
            <p:cNvSpPr/>
            <p:nvPr/>
          </p:nvSpPr>
          <p:spPr>
            <a:xfrm>
              <a:off x="7223438" y="3512000"/>
              <a:ext cx="124150" cy="106350"/>
            </a:xfrm>
            <a:custGeom>
              <a:avLst/>
              <a:gdLst/>
              <a:ahLst/>
              <a:cxnLst/>
              <a:rect l="l" t="t" r="r" b="b"/>
              <a:pathLst>
                <a:path w="4966" h="4254" extrusionOk="0">
                  <a:moveTo>
                    <a:pt x="1065" y="1"/>
                  </a:moveTo>
                  <a:cubicBezTo>
                    <a:pt x="0" y="1"/>
                    <a:pt x="0" y="1651"/>
                    <a:pt x="1065" y="1651"/>
                  </a:cubicBezTo>
                  <a:cubicBezTo>
                    <a:pt x="1093" y="1651"/>
                    <a:pt x="1121" y="1650"/>
                    <a:pt x="1151" y="1648"/>
                  </a:cubicBezTo>
                  <a:lnTo>
                    <a:pt x="1678" y="1648"/>
                  </a:lnTo>
                  <a:cubicBezTo>
                    <a:pt x="1707" y="1645"/>
                    <a:pt x="1734" y="1643"/>
                    <a:pt x="1761" y="1643"/>
                  </a:cubicBezTo>
                  <a:cubicBezTo>
                    <a:pt x="2519" y="1643"/>
                    <a:pt x="2519" y="2831"/>
                    <a:pt x="1761" y="2831"/>
                  </a:cubicBezTo>
                  <a:cubicBezTo>
                    <a:pt x="1734" y="2831"/>
                    <a:pt x="1707" y="2830"/>
                    <a:pt x="1678" y="2827"/>
                  </a:cubicBezTo>
                  <a:cubicBezTo>
                    <a:pt x="716" y="2827"/>
                    <a:pt x="716" y="4254"/>
                    <a:pt x="1678" y="4254"/>
                  </a:cubicBezTo>
                  <a:lnTo>
                    <a:pt x="4501" y="4254"/>
                  </a:lnTo>
                  <a:cubicBezTo>
                    <a:pt x="4809" y="3638"/>
                    <a:pt x="4964" y="2961"/>
                    <a:pt x="4966" y="2253"/>
                  </a:cubicBezTo>
                  <a:lnTo>
                    <a:pt x="4966" y="2253"/>
                  </a:lnTo>
                  <a:cubicBezTo>
                    <a:pt x="4966" y="2258"/>
                    <a:pt x="4966" y="2263"/>
                    <a:pt x="4966" y="2268"/>
                  </a:cubicBezTo>
                  <a:lnTo>
                    <a:pt x="4966" y="2237"/>
                  </a:lnTo>
                  <a:cubicBezTo>
                    <a:pt x="4966" y="2242"/>
                    <a:pt x="4966" y="2248"/>
                    <a:pt x="4966" y="2253"/>
                  </a:cubicBezTo>
                  <a:lnTo>
                    <a:pt x="4966" y="2253"/>
                  </a:lnTo>
                  <a:cubicBezTo>
                    <a:pt x="4964" y="1452"/>
                    <a:pt x="4777" y="682"/>
                    <a:pt x="4377" y="4"/>
                  </a:cubicBezTo>
                  <a:lnTo>
                    <a:pt x="1151" y="4"/>
                  </a:lnTo>
                  <a:cubicBezTo>
                    <a:pt x="1121" y="2"/>
                    <a:pt x="1093" y="1"/>
                    <a:pt x="1065" y="1"/>
                  </a:cubicBezTo>
                  <a:close/>
                </a:path>
              </a:pathLst>
            </a:custGeom>
            <a:solidFill>
              <a:srgbClr val="D8EC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98" name="Google Shape;398;p29"/>
            <p:cNvSpPr/>
            <p:nvPr/>
          </p:nvSpPr>
          <p:spPr>
            <a:xfrm>
              <a:off x="7115713" y="3579550"/>
              <a:ext cx="266775" cy="121000"/>
            </a:xfrm>
            <a:custGeom>
              <a:avLst/>
              <a:gdLst/>
              <a:ahLst/>
              <a:cxnLst/>
              <a:rect l="l" t="t" r="r" b="b"/>
              <a:pathLst>
                <a:path w="10671" h="4840" extrusionOk="0">
                  <a:moveTo>
                    <a:pt x="1737" y="1"/>
                  </a:moveTo>
                  <a:cubicBezTo>
                    <a:pt x="1303" y="1"/>
                    <a:pt x="869" y="125"/>
                    <a:pt x="465" y="311"/>
                  </a:cubicBezTo>
                  <a:lnTo>
                    <a:pt x="0" y="590"/>
                  </a:lnTo>
                  <a:lnTo>
                    <a:pt x="0" y="4840"/>
                  </a:lnTo>
                  <a:lnTo>
                    <a:pt x="5615" y="4840"/>
                  </a:lnTo>
                  <a:cubicBezTo>
                    <a:pt x="6731" y="4840"/>
                    <a:pt x="7817" y="4405"/>
                    <a:pt x="8593" y="3599"/>
                  </a:cubicBezTo>
                  <a:lnTo>
                    <a:pt x="10361" y="1862"/>
                  </a:lnTo>
                  <a:cubicBezTo>
                    <a:pt x="10671" y="1552"/>
                    <a:pt x="10671" y="1024"/>
                    <a:pt x="10361" y="714"/>
                  </a:cubicBezTo>
                  <a:lnTo>
                    <a:pt x="10330" y="714"/>
                  </a:lnTo>
                  <a:cubicBezTo>
                    <a:pt x="10175" y="559"/>
                    <a:pt x="9973" y="481"/>
                    <a:pt x="9771" y="481"/>
                  </a:cubicBezTo>
                  <a:cubicBezTo>
                    <a:pt x="9570" y="481"/>
                    <a:pt x="9368" y="559"/>
                    <a:pt x="9213" y="714"/>
                  </a:cubicBezTo>
                  <a:lnTo>
                    <a:pt x="7662" y="2265"/>
                  </a:lnTo>
                  <a:cubicBezTo>
                    <a:pt x="7138" y="2789"/>
                    <a:pt x="6430" y="3068"/>
                    <a:pt x="5691" y="3072"/>
                  </a:cubicBezTo>
                  <a:lnTo>
                    <a:pt x="5691" y="3072"/>
                  </a:lnTo>
                  <a:cubicBezTo>
                    <a:pt x="6640" y="2988"/>
                    <a:pt x="6612" y="1486"/>
                    <a:pt x="5608" y="1486"/>
                  </a:cubicBezTo>
                  <a:cubicBezTo>
                    <a:pt x="5580" y="1486"/>
                    <a:pt x="5551" y="1487"/>
                    <a:pt x="5522" y="1490"/>
                  </a:cubicBezTo>
                  <a:lnTo>
                    <a:pt x="4188" y="1490"/>
                  </a:lnTo>
                  <a:lnTo>
                    <a:pt x="3722" y="931"/>
                  </a:lnTo>
                  <a:cubicBezTo>
                    <a:pt x="3226" y="342"/>
                    <a:pt x="2513" y="1"/>
                    <a:pt x="1737" y="1"/>
                  </a:cubicBezTo>
                  <a:close/>
                </a:path>
              </a:pathLst>
            </a:custGeom>
            <a:solidFill>
              <a:srgbClr val="FFBF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99" name="Google Shape;399;p29"/>
            <p:cNvSpPr/>
            <p:nvPr/>
          </p:nvSpPr>
          <p:spPr>
            <a:xfrm>
              <a:off x="7044363" y="3580325"/>
              <a:ext cx="71375" cy="131075"/>
            </a:xfrm>
            <a:custGeom>
              <a:avLst/>
              <a:gdLst/>
              <a:ahLst/>
              <a:cxnLst/>
              <a:rect l="l" t="t" r="r" b="b"/>
              <a:pathLst>
                <a:path w="2855" h="5243" extrusionOk="0">
                  <a:moveTo>
                    <a:pt x="0" y="1"/>
                  </a:moveTo>
                  <a:lnTo>
                    <a:pt x="0" y="5243"/>
                  </a:lnTo>
                  <a:lnTo>
                    <a:pt x="2854" y="5243"/>
                  </a:lnTo>
                  <a:lnTo>
                    <a:pt x="2854" y="1"/>
                  </a:lnTo>
                  <a:close/>
                </a:path>
              </a:pathLst>
            </a:custGeom>
            <a:solidFill>
              <a:srgbClr val="FFCB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00" name="Google Shape;400;p29"/>
            <p:cNvSpPr/>
            <p:nvPr/>
          </p:nvSpPr>
          <p:spPr>
            <a:xfrm>
              <a:off x="7231263" y="3375600"/>
              <a:ext cx="76775" cy="76800"/>
            </a:xfrm>
            <a:custGeom>
              <a:avLst/>
              <a:gdLst/>
              <a:ahLst/>
              <a:cxnLst/>
              <a:rect l="l" t="t" r="r" b="b"/>
              <a:pathLst>
                <a:path w="3071" h="3072" extrusionOk="0">
                  <a:moveTo>
                    <a:pt x="2109" y="1"/>
                  </a:moveTo>
                  <a:cubicBezTo>
                    <a:pt x="962" y="1"/>
                    <a:pt x="0" y="962"/>
                    <a:pt x="0" y="2110"/>
                  </a:cubicBezTo>
                  <a:lnTo>
                    <a:pt x="0" y="3072"/>
                  </a:lnTo>
                  <a:lnTo>
                    <a:pt x="962" y="3072"/>
                  </a:lnTo>
                  <a:cubicBezTo>
                    <a:pt x="2109" y="3072"/>
                    <a:pt x="3071" y="2110"/>
                    <a:pt x="3071" y="962"/>
                  </a:cubicBezTo>
                  <a:lnTo>
                    <a:pt x="3071" y="1"/>
                  </a:lnTo>
                  <a:close/>
                </a:path>
              </a:pathLst>
            </a:custGeom>
            <a:solidFill>
              <a:srgbClr val="D8EC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01" name="Google Shape;401;p29"/>
            <p:cNvSpPr/>
            <p:nvPr/>
          </p:nvSpPr>
          <p:spPr>
            <a:xfrm>
              <a:off x="7155263" y="3375600"/>
              <a:ext cx="76025" cy="76800"/>
            </a:xfrm>
            <a:custGeom>
              <a:avLst/>
              <a:gdLst/>
              <a:ahLst/>
              <a:cxnLst/>
              <a:rect l="l" t="t" r="r" b="b"/>
              <a:pathLst>
                <a:path w="3041" h="3072" extrusionOk="0">
                  <a:moveTo>
                    <a:pt x="0" y="1"/>
                  </a:moveTo>
                  <a:lnTo>
                    <a:pt x="0" y="962"/>
                  </a:lnTo>
                  <a:cubicBezTo>
                    <a:pt x="0" y="2110"/>
                    <a:pt x="931" y="3072"/>
                    <a:pt x="2109" y="3072"/>
                  </a:cubicBezTo>
                  <a:lnTo>
                    <a:pt x="3040" y="3072"/>
                  </a:lnTo>
                  <a:lnTo>
                    <a:pt x="3040" y="2110"/>
                  </a:lnTo>
                  <a:cubicBezTo>
                    <a:pt x="3040" y="962"/>
                    <a:pt x="2109" y="1"/>
                    <a:pt x="931" y="1"/>
                  </a:cubicBezTo>
                  <a:close/>
                </a:path>
              </a:pathLst>
            </a:custGeom>
            <a:solidFill>
              <a:srgbClr val="D8EC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02" name="Google Shape;402;p29"/>
            <p:cNvSpPr/>
            <p:nvPr/>
          </p:nvSpPr>
          <p:spPr>
            <a:xfrm>
              <a:off x="7138963" y="3693550"/>
              <a:ext cx="14000" cy="12825"/>
            </a:xfrm>
            <a:custGeom>
              <a:avLst/>
              <a:gdLst/>
              <a:ahLst/>
              <a:cxnLst/>
              <a:rect l="l" t="t" r="r" b="b"/>
              <a:pathLst>
                <a:path w="560" h="513" extrusionOk="0">
                  <a:moveTo>
                    <a:pt x="280" y="0"/>
                  </a:moveTo>
                  <a:cubicBezTo>
                    <a:pt x="218" y="0"/>
                    <a:pt x="125" y="31"/>
                    <a:pt x="94" y="63"/>
                  </a:cubicBezTo>
                  <a:cubicBezTo>
                    <a:pt x="32" y="125"/>
                    <a:pt x="1" y="187"/>
                    <a:pt x="1" y="280"/>
                  </a:cubicBezTo>
                  <a:cubicBezTo>
                    <a:pt x="16" y="435"/>
                    <a:pt x="148" y="512"/>
                    <a:pt x="280" y="512"/>
                  </a:cubicBezTo>
                  <a:cubicBezTo>
                    <a:pt x="412" y="512"/>
                    <a:pt x="544" y="435"/>
                    <a:pt x="559" y="280"/>
                  </a:cubicBezTo>
                  <a:cubicBezTo>
                    <a:pt x="559" y="187"/>
                    <a:pt x="528" y="125"/>
                    <a:pt x="466" y="63"/>
                  </a:cubicBezTo>
                  <a:cubicBezTo>
                    <a:pt x="404" y="31"/>
                    <a:pt x="342" y="0"/>
                    <a:pt x="28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03" name="Google Shape;403;p29"/>
            <p:cNvSpPr/>
            <p:nvPr/>
          </p:nvSpPr>
          <p:spPr>
            <a:xfrm>
              <a:off x="7069963" y="3667175"/>
              <a:ext cx="19375" cy="13875"/>
            </a:xfrm>
            <a:custGeom>
              <a:avLst/>
              <a:gdLst/>
              <a:ahLst/>
              <a:cxnLst/>
              <a:rect l="l" t="t" r="r" b="b"/>
              <a:pathLst>
                <a:path w="775" h="555" extrusionOk="0">
                  <a:moveTo>
                    <a:pt x="403" y="1"/>
                  </a:moveTo>
                  <a:cubicBezTo>
                    <a:pt x="93" y="1"/>
                    <a:pt x="0" y="404"/>
                    <a:pt x="279" y="528"/>
                  </a:cubicBezTo>
                  <a:cubicBezTo>
                    <a:pt x="320" y="546"/>
                    <a:pt x="361" y="555"/>
                    <a:pt x="399" y="555"/>
                  </a:cubicBezTo>
                  <a:cubicBezTo>
                    <a:pt x="621" y="555"/>
                    <a:pt x="775" y="279"/>
                    <a:pt x="589" y="94"/>
                  </a:cubicBezTo>
                  <a:cubicBezTo>
                    <a:pt x="527" y="32"/>
                    <a:pt x="465" y="1"/>
                    <a:pt x="40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04" name="Google Shape;404;p29"/>
            <p:cNvSpPr/>
            <p:nvPr/>
          </p:nvSpPr>
          <p:spPr>
            <a:xfrm>
              <a:off x="7037388" y="3369275"/>
              <a:ext cx="349750" cy="349125"/>
            </a:xfrm>
            <a:custGeom>
              <a:avLst/>
              <a:gdLst/>
              <a:ahLst/>
              <a:cxnLst/>
              <a:rect l="l" t="t" r="r" b="b"/>
              <a:pathLst>
                <a:path w="13990" h="13965" extrusionOk="0">
                  <a:moveTo>
                    <a:pt x="5646" y="533"/>
                  </a:moveTo>
                  <a:cubicBezTo>
                    <a:pt x="6669" y="533"/>
                    <a:pt x="7476" y="1370"/>
                    <a:pt x="7507" y="2363"/>
                  </a:cubicBezTo>
                  <a:lnTo>
                    <a:pt x="7507" y="2673"/>
                  </a:lnTo>
                  <a:lnTo>
                    <a:pt x="6421" y="1587"/>
                  </a:lnTo>
                  <a:cubicBezTo>
                    <a:pt x="6366" y="1539"/>
                    <a:pt x="6307" y="1519"/>
                    <a:pt x="6249" y="1519"/>
                  </a:cubicBezTo>
                  <a:cubicBezTo>
                    <a:pt x="6049" y="1519"/>
                    <a:pt x="5880" y="1773"/>
                    <a:pt x="6049" y="1991"/>
                  </a:cubicBezTo>
                  <a:lnTo>
                    <a:pt x="7104" y="3045"/>
                  </a:lnTo>
                  <a:lnTo>
                    <a:pt x="6824" y="3045"/>
                  </a:lnTo>
                  <a:cubicBezTo>
                    <a:pt x="5801" y="3045"/>
                    <a:pt x="4994" y="2208"/>
                    <a:pt x="4994" y="1215"/>
                  </a:cubicBezTo>
                  <a:lnTo>
                    <a:pt x="4994" y="533"/>
                  </a:lnTo>
                  <a:close/>
                  <a:moveTo>
                    <a:pt x="10547" y="533"/>
                  </a:moveTo>
                  <a:lnTo>
                    <a:pt x="10547" y="1215"/>
                  </a:lnTo>
                  <a:cubicBezTo>
                    <a:pt x="10547" y="2208"/>
                    <a:pt x="9709" y="3045"/>
                    <a:pt x="8717" y="3045"/>
                  </a:cubicBezTo>
                  <a:lnTo>
                    <a:pt x="8437" y="3045"/>
                  </a:lnTo>
                  <a:lnTo>
                    <a:pt x="9492" y="1991"/>
                  </a:lnTo>
                  <a:cubicBezTo>
                    <a:pt x="9683" y="1776"/>
                    <a:pt x="9488" y="1506"/>
                    <a:pt x="9275" y="1506"/>
                  </a:cubicBezTo>
                  <a:cubicBezTo>
                    <a:pt x="9212" y="1506"/>
                    <a:pt x="9146" y="1530"/>
                    <a:pt x="9089" y="1587"/>
                  </a:cubicBezTo>
                  <a:lnTo>
                    <a:pt x="8034" y="2673"/>
                  </a:lnTo>
                  <a:lnTo>
                    <a:pt x="8034" y="2363"/>
                  </a:lnTo>
                  <a:cubicBezTo>
                    <a:pt x="8034" y="1370"/>
                    <a:pt x="8841" y="533"/>
                    <a:pt x="9864" y="533"/>
                  </a:cubicBezTo>
                  <a:close/>
                  <a:moveTo>
                    <a:pt x="5211" y="5372"/>
                  </a:moveTo>
                  <a:cubicBezTo>
                    <a:pt x="6018" y="5372"/>
                    <a:pt x="6018" y="6582"/>
                    <a:pt x="5211" y="6582"/>
                  </a:cubicBezTo>
                  <a:lnTo>
                    <a:pt x="3629" y="6582"/>
                  </a:lnTo>
                  <a:cubicBezTo>
                    <a:pt x="3754" y="6147"/>
                    <a:pt x="3971" y="5744"/>
                    <a:pt x="4250" y="5372"/>
                  </a:cubicBezTo>
                  <a:close/>
                  <a:moveTo>
                    <a:pt x="7754" y="3581"/>
                  </a:moveTo>
                  <a:cubicBezTo>
                    <a:pt x="9113" y="3581"/>
                    <a:pt x="10461" y="4211"/>
                    <a:pt x="11322" y="5434"/>
                  </a:cubicBezTo>
                  <a:lnTo>
                    <a:pt x="8562" y="5434"/>
                  </a:lnTo>
                  <a:cubicBezTo>
                    <a:pt x="8532" y="5432"/>
                    <a:pt x="8503" y="5431"/>
                    <a:pt x="8474" y="5431"/>
                  </a:cubicBezTo>
                  <a:cubicBezTo>
                    <a:pt x="7040" y="5431"/>
                    <a:pt x="7040" y="7639"/>
                    <a:pt x="8474" y="7639"/>
                  </a:cubicBezTo>
                  <a:cubicBezTo>
                    <a:pt x="8503" y="7639"/>
                    <a:pt x="8532" y="7638"/>
                    <a:pt x="8562" y="7636"/>
                  </a:cubicBezTo>
                  <a:lnTo>
                    <a:pt x="9089" y="7636"/>
                  </a:lnTo>
                  <a:cubicBezTo>
                    <a:pt x="9108" y="7634"/>
                    <a:pt x="9127" y="7632"/>
                    <a:pt x="9145" y="7632"/>
                  </a:cubicBezTo>
                  <a:cubicBezTo>
                    <a:pt x="9544" y="7632"/>
                    <a:pt x="9535" y="8258"/>
                    <a:pt x="9118" y="8258"/>
                  </a:cubicBezTo>
                  <a:cubicBezTo>
                    <a:pt x="9108" y="8258"/>
                    <a:pt x="9099" y="8257"/>
                    <a:pt x="9089" y="8257"/>
                  </a:cubicBezTo>
                  <a:cubicBezTo>
                    <a:pt x="8531" y="8257"/>
                    <a:pt x="8096" y="8691"/>
                    <a:pt x="8096" y="9249"/>
                  </a:cubicBezTo>
                  <a:cubicBezTo>
                    <a:pt x="8096" y="9373"/>
                    <a:pt x="8127" y="9497"/>
                    <a:pt x="8189" y="9621"/>
                  </a:cubicBezTo>
                  <a:lnTo>
                    <a:pt x="7414" y="9621"/>
                  </a:lnTo>
                  <a:lnTo>
                    <a:pt x="7042" y="9187"/>
                  </a:lnTo>
                  <a:cubicBezTo>
                    <a:pt x="6514" y="8536"/>
                    <a:pt x="5708" y="8164"/>
                    <a:pt x="4839" y="8164"/>
                  </a:cubicBezTo>
                  <a:cubicBezTo>
                    <a:pt x="4374" y="8164"/>
                    <a:pt x="3878" y="8288"/>
                    <a:pt x="3474" y="8505"/>
                  </a:cubicBezTo>
                  <a:lnTo>
                    <a:pt x="3443" y="8505"/>
                  </a:lnTo>
                  <a:cubicBezTo>
                    <a:pt x="3412" y="8319"/>
                    <a:pt x="3381" y="8132"/>
                    <a:pt x="3381" y="7946"/>
                  </a:cubicBezTo>
                  <a:cubicBezTo>
                    <a:pt x="3381" y="7667"/>
                    <a:pt x="3412" y="7388"/>
                    <a:pt x="3474" y="7078"/>
                  </a:cubicBezTo>
                  <a:lnTo>
                    <a:pt x="5211" y="7078"/>
                  </a:lnTo>
                  <a:cubicBezTo>
                    <a:pt x="6483" y="6861"/>
                    <a:pt x="6483" y="5031"/>
                    <a:pt x="5211" y="4813"/>
                  </a:cubicBezTo>
                  <a:lnTo>
                    <a:pt x="4715" y="4813"/>
                  </a:lnTo>
                  <a:cubicBezTo>
                    <a:pt x="5571" y="3986"/>
                    <a:pt x="6665" y="3581"/>
                    <a:pt x="7754" y="3581"/>
                  </a:cubicBezTo>
                  <a:close/>
                  <a:moveTo>
                    <a:pt x="11663" y="5992"/>
                  </a:moveTo>
                  <a:cubicBezTo>
                    <a:pt x="11974" y="6613"/>
                    <a:pt x="12129" y="7264"/>
                    <a:pt x="12129" y="7977"/>
                  </a:cubicBezTo>
                  <a:cubicBezTo>
                    <a:pt x="12129" y="8350"/>
                    <a:pt x="12098" y="8722"/>
                    <a:pt x="11974" y="9094"/>
                  </a:cubicBezTo>
                  <a:lnTo>
                    <a:pt x="11384" y="9714"/>
                  </a:lnTo>
                  <a:lnTo>
                    <a:pt x="9120" y="9714"/>
                  </a:lnTo>
                  <a:cubicBezTo>
                    <a:pt x="8500" y="9714"/>
                    <a:pt x="8500" y="8815"/>
                    <a:pt x="9120" y="8815"/>
                  </a:cubicBezTo>
                  <a:cubicBezTo>
                    <a:pt x="9140" y="8816"/>
                    <a:pt x="9159" y="8816"/>
                    <a:pt x="9178" y="8816"/>
                  </a:cubicBezTo>
                  <a:cubicBezTo>
                    <a:pt x="10301" y="8816"/>
                    <a:pt x="10310" y="7105"/>
                    <a:pt x="9206" y="7105"/>
                  </a:cubicBezTo>
                  <a:cubicBezTo>
                    <a:pt x="9178" y="7105"/>
                    <a:pt x="9149" y="7107"/>
                    <a:pt x="9120" y="7109"/>
                  </a:cubicBezTo>
                  <a:lnTo>
                    <a:pt x="8593" y="7109"/>
                  </a:lnTo>
                  <a:cubicBezTo>
                    <a:pt x="7848" y="7109"/>
                    <a:pt x="7848" y="5992"/>
                    <a:pt x="8593" y="5992"/>
                  </a:cubicBezTo>
                  <a:close/>
                  <a:moveTo>
                    <a:pt x="10826" y="10242"/>
                  </a:moveTo>
                  <a:lnTo>
                    <a:pt x="10578" y="10490"/>
                  </a:lnTo>
                  <a:cubicBezTo>
                    <a:pt x="10330" y="10769"/>
                    <a:pt x="9988" y="10955"/>
                    <a:pt x="9647" y="11079"/>
                  </a:cubicBezTo>
                  <a:cubicBezTo>
                    <a:pt x="9709" y="10955"/>
                    <a:pt x="9709" y="10831"/>
                    <a:pt x="9740" y="10707"/>
                  </a:cubicBezTo>
                  <a:cubicBezTo>
                    <a:pt x="9740" y="10552"/>
                    <a:pt x="9678" y="10397"/>
                    <a:pt x="9616" y="10242"/>
                  </a:cubicBezTo>
                  <a:close/>
                  <a:moveTo>
                    <a:pt x="2854" y="8722"/>
                  </a:moveTo>
                  <a:lnTo>
                    <a:pt x="2854" y="13406"/>
                  </a:lnTo>
                  <a:lnTo>
                    <a:pt x="559" y="13406"/>
                  </a:lnTo>
                  <a:lnTo>
                    <a:pt x="559" y="8722"/>
                  </a:lnTo>
                  <a:close/>
                  <a:moveTo>
                    <a:pt x="10873" y="1"/>
                  </a:moveTo>
                  <a:cubicBezTo>
                    <a:pt x="10858" y="1"/>
                    <a:pt x="10842" y="2"/>
                    <a:pt x="10826" y="5"/>
                  </a:cubicBezTo>
                  <a:lnTo>
                    <a:pt x="9864" y="5"/>
                  </a:lnTo>
                  <a:cubicBezTo>
                    <a:pt x="8996" y="5"/>
                    <a:pt x="8189" y="471"/>
                    <a:pt x="7755" y="1277"/>
                  </a:cubicBezTo>
                  <a:cubicBezTo>
                    <a:pt x="7352" y="471"/>
                    <a:pt x="6545" y="5"/>
                    <a:pt x="5646" y="5"/>
                  </a:cubicBezTo>
                  <a:lnTo>
                    <a:pt x="4715" y="5"/>
                  </a:lnTo>
                  <a:cubicBezTo>
                    <a:pt x="4560" y="5"/>
                    <a:pt x="4436" y="99"/>
                    <a:pt x="4436" y="254"/>
                  </a:cubicBezTo>
                  <a:lnTo>
                    <a:pt x="4436" y="1215"/>
                  </a:lnTo>
                  <a:cubicBezTo>
                    <a:pt x="4436" y="2177"/>
                    <a:pt x="5025" y="3045"/>
                    <a:pt x="5894" y="3418"/>
                  </a:cubicBezTo>
                  <a:cubicBezTo>
                    <a:pt x="4064" y="4162"/>
                    <a:pt x="2854" y="5961"/>
                    <a:pt x="2854" y="7977"/>
                  </a:cubicBezTo>
                  <a:lnTo>
                    <a:pt x="2854" y="8164"/>
                  </a:lnTo>
                  <a:lnTo>
                    <a:pt x="279" y="8164"/>
                  </a:lnTo>
                  <a:cubicBezTo>
                    <a:pt x="124" y="8164"/>
                    <a:pt x="0" y="8288"/>
                    <a:pt x="0" y="8443"/>
                  </a:cubicBezTo>
                  <a:lnTo>
                    <a:pt x="0" y="13685"/>
                  </a:lnTo>
                  <a:cubicBezTo>
                    <a:pt x="0" y="13840"/>
                    <a:pt x="124" y="13964"/>
                    <a:pt x="279" y="13964"/>
                  </a:cubicBezTo>
                  <a:lnTo>
                    <a:pt x="3133" y="13964"/>
                  </a:lnTo>
                  <a:cubicBezTo>
                    <a:pt x="3288" y="13964"/>
                    <a:pt x="3412" y="13840"/>
                    <a:pt x="3412" y="13685"/>
                  </a:cubicBezTo>
                  <a:lnTo>
                    <a:pt x="3412" y="9156"/>
                  </a:lnTo>
                  <a:lnTo>
                    <a:pt x="3723" y="9001"/>
                  </a:lnTo>
                  <a:cubicBezTo>
                    <a:pt x="4095" y="8815"/>
                    <a:pt x="4467" y="8722"/>
                    <a:pt x="4870" y="8722"/>
                  </a:cubicBezTo>
                  <a:cubicBezTo>
                    <a:pt x="5553" y="8722"/>
                    <a:pt x="6204" y="9032"/>
                    <a:pt x="6638" y="9559"/>
                  </a:cubicBezTo>
                  <a:lnTo>
                    <a:pt x="7104" y="10087"/>
                  </a:lnTo>
                  <a:cubicBezTo>
                    <a:pt x="7166" y="10149"/>
                    <a:pt x="7259" y="10180"/>
                    <a:pt x="7321" y="10180"/>
                  </a:cubicBezTo>
                  <a:lnTo>
                    <a:pt x="8686" y="10180"/>
                  </a:lnTo>
                  <a:cubicBezTo>
                    <a:pt x="9306" y="10242"/>
                    <a:pt x="9306" y="11172"/>
                    <a:pt x="8686" y="11234"/>
                  </a:cubicBezTo>
                  <a:lnTo>
                    <a:pt x="5863" y="11234"/>
                  </a:lnTo>
                  <a:cubicBezTo>
                    <a:pt x="5491" y="11234"/>
                    <a:pt x="5491" y="11793"/>
                    <a:pt x="5863" y="11793"/>
                  </a:cubicBezTo>
                  <a:lnTo>
                    <a:pt x="8810" y="11793"/>
                  </a:lnTo>
                  <a:cubicBezTo>
                    <a:pt x="9616" y="11793"/>
                    <a:pt x="10392" y="11452"/>
                    <a:pt x="10981" y="10893"/>
                  </a:cubicBezTo>
                  <a:lnTo>
                    <a:pt x="12532" y="9342"/>
                  </a:lnTo>
                  <a:cubicBezTo>
                    <a:pt x="12625" y="9234"/>
                    <a:pt x="12757" y="9179"/>
                    <a:pt x="12893" y="9179"/>
                  </a:cubicBezTo>
                  <a:cubicBezTo>
                    <a:pt x="13028" y="9179"/>
                    <a:pt x="13168" y="9234"/>
                    <a:pt x="13276" y="9342"/>
                  </a:cubicBezTo>
                  <a:cubicBezTo>
                    <a:pt x="13463" y="9528"/>
                    <a:pt x="13463" y="9870"/>
                    <a:pt x="13276" y="10087"/>
                  </a:cubicBezTo>
                  <a:lnTo>
                    <a:pt x="11508" y="11824"/>
                  </a:lnTo>
                  <a:cubicBezTo>
                    <a:pt x="10795" y="12568"/>
                    <a:pt x="9771" y="13002"/>
                    <a:pt x="8748" y="13002"/>
                  </a:cubicBezTo>
                  <a:lnTo>
                    <a:pt x="5584" y="13002"/>
                  </a:lnTo>
                  <a:cubicBezTo>
                    <a:pt x="5429" y="13002"/>
                    <a:pt x="5305" y="13127"/>
                    <a:pt x="5305" y="13282"/>
                  </a:cubicBezTo>
                  <a:cubicBezTo>
                    <a:pt x="5305" y="13406"/>
                    <a:pt x="5429" y="13530"/>
                    <a:pt x="5584" y="13530"/>
                  </a:cubicBezTo>
                  <a:lnTo>
                    <a:pt x="8748" y="13530"/>
                  </a:lnTo>
                  <a:cubicBezTo>
                    <a:pt x="9926" y="13530"/>
                    <a:pt x="11074" y="13065"/>
                    <a:pt x="11912" y="12227"/>
                  </a:cubicBezTo>
                  <a:lnTo>
                    <a:pt x="13649" y="10490"/>
                  </a:lnTo>
                  <a:cubicBezTo>
                    <a:pt x="13866" y="10273"/>
                    <a:pt x="13990" y="9994"/>
                    <a:pt x="13959" y="9714"/>
                  </a:cubicBezTo>
                  <a:cubicBezTo>
                    <a:pt x="13959" y="9404"/>
                    <a:pt x="13866" y="9125"/>
                    <a:pt x="13649" y="8939"/>
                  </a:cubicBezTo>
                  <a:cubicBezTo>
                    <a:pt x="13439" y="8730"/>
                    <a:pt x="13178" y="8625"/>
                    <a:pt x="12903" y="8625"/>
                  </a:cubicBezTo>
                  <a:cubicBezTo>
                    <a:pt x="12811" y="8625"/>
                    <a:pt x="12718" y="8637"/>
                    <a:pt x="12625" y="8660"/>
                  </a:cubicBezTo>
                  <a:cubicBezTo>
                    <a:pt x="12656" y="8412"/>
                    <a:pt x="12687" y="8195"/>
                    <a:pt x="12687" y="7977"/>
                  </a:cubicBezTo>
                  <a:cubicBezTo>
                    <a:pt x="12687" y="5961"/>
                    <a:pt x="11477" y="4162"/>
                    <a:pt x="9616" y="3418"/>
                  </a:cubicBezTo>
                  <a:cubicBezTo>
                    <a:pt x="10516" y="3045"/>
                    <a:pt x="11074" y="2177"/>
                    <a:pt x="11105" y="1215"/>
                  </a:cubicBezTo>
                  <a:lnTo>
                    <a:pt x="11105" y="254"/>
                  </a:lnTo>
                  <a:cubicBezTo>
                    <a:pt x="11105" y="115"/>
                    <a:pt x="11006" y="1"/>
                    <a:pt x="1087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grpSp>
      <p:grpSp>
        <p:nvGrpSpPr>
          <p:cNvPr id="405" name="Google Shape;405;p29"/>
          <p:cNvGrpSpPr/>
          <p:nvPr/>
        </p:nvGrpSpPr>
        <p:grpSpPr>
          <a:xfrm>
            <a:off x="4371504" y="1342687"/>
            <a:ext cx="396272" cy="391846"/>
            <a:chOff x="4020763" y="2804200"/>
            <a:chExt cx="353625" cy="349675"/>
          </a:xfrm>
        </p:grpSpPr>
        <p:sp>
          <p:nvSpPr>
            <p:cNvPr id="406" name="Google Shape;406;p29"/>
            <p:cNvSpPr/>
            <p:nvPr/>
          </p:nvSpPr>
          <p:spPr>
            <a:xfrm>
              <a:off x="4022488" y="3139825"/>
              <a:ext cx="54900" cy="14050"/>
            </a:xfrm>
            <a:custGeom>
              <a:avLst/>
              <a:gdLst/>
              <a:ahLst/>
              <a:cxnLst/>
              <a:rect l="l" t="t" r="r" b="b"/>
              <a:pathLst>
                <a:path w="2196" h="562" extrusionOk="0">
                  <a:moveTo>
                    <a:pt x="281" y="1"/>
                  </a:moveTo>
                  <a:cubicBezTo>
                    <a:pt x="0" y="1"/>
                    <a:pt x="0" y="561"/>
                    <a:pt x="281" y="561"/>
                  </a:cubicBezTo>
                  <a:cubicBezTo>
                    <a:pt x="288" y="561"/>
                    <a:pt x="296" y="561"/>
                    <a:pt x="303" y="560"/>
                  </a:cubicBezTo>
                  <a:lnTo>
                    <a:pt x="1885" y="560"/>
                  </a:lnTo>
                  <a:cubicBezTo>
                    <a:pt x="2195" y="529"/>
                    <a:pt x="2195" y="64"/>
                    <a:pt x="1885" y="2"/>
                  </a:cubicBezTo>
                  <a:lnTo>
                    <a:pt x="303" y="2"/>
                  </a:lnTo>
                  <a:cubicBezTo>
                    <a:pt x="296" y="1"/>
                    <a:pt x="288" y="1"/>
                    <a:pt x="28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07" name="Google Shape;407;p29"/>
            <p:cNvSpPr/>
            <p:nvPr/>
          </p:nvSpPr>
          <p:spPr>
            <a:xfrm>
              <a:off x="4318713" y="3139825"/>
              <a:ext cx="54900" cy="14050"/>
            </a:xfrm>
            <a:custGeom>
              <a:avLst/>
              <a:gdLst/>
              <a:ahLst/>
              <a:cxnLst/>
              <a:rect l="l" t="t" r="r" b="b"/>
              <a:pathLst>
                <a:path w="2196" h="562" extrusionOk="0">
                  <a:moveTo>
                    <a:pt x="282" y="1"/>
                  </a:moveTo>
                  <a:cubicBezTo>
                    <a:pt x="1" y="1"/>
                    <a:pt x="1" y="561"/>
                    <a:pt x="282" y="561"/>
                  </a:cubicBezTo>
                  <a:cubicBezTo>
                    <a:pt x="289" y="561"/>
                    <a:pt x="296" y="561"/>
                    <a:pt x="304" y="560"/>
                  </a:cubicBezTo>
                  <a:lnTo>
                    <a:pt x="1855" y="560"/>
                  </a:lnTo>
                  <a:cubicBezTo>
                    <a:pt x="2196" y="529"/>
                    <a:pt x="2196" y="64"/>
                    <a:pt x="1855" y="2"/>
                  </a:cubicBezTo>
                  <a:lnTo>
                    <a:pt x="304" y="2"/>
                  </a:lnTo>
                  <a:cubicBezTo>
                    <a:pt x="296" y="1"/>
                    <a:pt x="289" y="1"/>
                    <a:pt x="28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08" name="Google Shape;408;p29"/>
            <p:cNvSpPr/>
            <p:nvPr/>
          </p:nvSpPr>
          <p:spPr>
            <a:xfrm>
              <a:off x="4171388" y="3139825"/>
              <a:ext cx="54125" cy="14050"/>
            </a:xfrm>
            <a:custGeom>
              <a:avLst/>
              <a:gdLst/>
              <a:ahLst/>
              <a:cxnLst/>
              <a:rect l="l" t="t" r="r" b="b"/>
              <a:pathLst>
                <a:path w="2165" h="562" extrusionOk="0">
                  <a:moveTo>
                    <a:pt x="281" y="1"/>
                  </a:moveTo>
                  <a:cubicBezTo>
                    <a:pt x="0" y="1"/>
                    <a:pt x="0" y="561"/>
                    <a:pt x="281" y="561"/>
                  </a:cubicBezTo>
                  <a:cubicBezTo>
                    <a:pt x="288" y="561"/>
                    <a:pt x="295" y="561"/>
                    <a:pt x="303" y="560"/>
                  </a:cubicBezTo>
                  <a:lnTo>
                    <a:pt x="1854" y="560"/>
                  </a:lnTo>
                  <a:cubicBezTo>
                    <a:pt x="2164" y="529"/>
                    <a:pt x="2164" y="64"/>
                    <a:pt x="1854" y="2"/>
                  </a:cubicBezTo>
                  <a:lnTo>
                    <a:pt x="303" y="2"/>
                  </a:lnTo>
                  <a:cubicBezTo>
                    <a:pt x="295" y="1"/>
                    <a:pt x="288" y="1"/>
                    <a:pt x="28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grpSp>
          <p:nvGrpSpPr>
            <p:cNvPr id="409" name="Google Shape;409;p29"/>
            <p:cNvGrpSpPr/>
            <p:nvPr/>
          </p:nvGrpSpPr>
          <p:grpSpPr>
            <a:xfrm>
              <a:off x="4020763" y="2804200"/>
              <a:ext cx="353625" cy="342650"/>
              <a:chOff x="4020763" y="2804200"/>
              <a:chExt cx="353625" cy="342650"/>
            </a:xfrm>
          </p:grpSpPr>
          <p:sp>
            <p:nvSpPr>
              <p:cNvPr id="410" name="Google Shape;410;p29"/>
              <p:cNvSpPr/>
              <p:nvPr/>
            </p:nvSpPr>
            <p:spPr>
              <a:xfrm>
                <a:off x="4030063" y="3032850"/>
                <a:ext cx="335025" cy="114000"/>
              </a:xfrm>
              <a:custGeom>
                <a:avLst/>
                <a:gdLst/>
                <a:ahLst/>
                <a:cxnLst/>
                <a:rect l="l" t="t" r="r" b="b"/>
                <a:pathLst>
                  <a:path w="13401" h="4560" extrusionOk="0">
                    <a:moveTo>
                      <a:pt x="0" y="0"/>
                    </a:moveTo>
                    <a:lnTo>
                      <a:pt x="0" y="4560"/>
                    </a:lnTo>
                    <a:lnTo>
                      <a:pt x="13401" y="4560"/>
                    </a:lnTo>
                    <a:lnTo>
                      <a:pt x="13401" y="0"/>
                    </a:lnTo>
                    <a:close/>
                  </a:path>
                </a:pathLst>
              </a:custGeom>
              <a:solidFill>
                <a:srgbClr val="C68A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11" name="Google Shape;411;p29"/>
              <p:cNvSpPr/>
              <p:nvPr/>
            </p:nvSpPr>
            <p:spPr>
              <a:xfrm>
                <a:off x="4070388" y="2816100"/>
                <a:ext cx="77575" cy="102775"/>
              </a:xfrm>
              <a:custGeom>
                <a:avLst/>
                <a:gdLst/>
                <a:ahLst/>
                <a:cxnLst/>
                <a:rect l="l" t="t" r="r" b="b"/>
                <a:pathLst>
                  <a:path w="3103" h="4111" extrusionOk="0">
                    <a:moveTo>
                      <a:pt x="1540" y="0"/>
                    </a:moveTo>
                    <a:cubicBezTo>
                      <a:pt x="822" y="0"/>
                      <a:pt x="109" y="450"/>
                      <a:pt x="0" y="1350"/>
                    </a:cubicBezTo>
                    <a:lnTo>
                      <a:pt x="0" y="2249"/>
                    </a:lnTo>
                    <a:lnTo>
                      <a:pt x="1551" y="4110"/>
                    </a:lnTo>
                    <a:lnTo>
                      <a:pt x="3102" y="2249"/>
                    </a:lnTo>
                    <a:lnTo>
                      <a:pt x="3102" y="1350"/>
                    </a:lnTo>
                    <a:cubicBezTo>
                      <a:pt x="2978" y="450"/>
                      <a:pt x="2257" y="0"/>
                      <a:pt x="1540" y="0"/>
                    </a:cubicBezTo>
                    <a:close/>
                  </a:path>
                </a:pathLst>
              </a:custGeom>
              <a:solidFill>
                <a:srgbClr val="FFCB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12" name="Google Shape;412;p29"/>
              <p:cNvSpPr/>
              <p:nvPr/>
            </p:nvSpPr>
            <p:spPr>
              <a:xfrm>
                <a:off x="4109163" y="2870775"/>
                <a:ext cx="48875" cy="109350"/>
              </a:xfrm>
              <a:custGeom>
                <a:avLst/>
                <a:gdLst/>
                <a:ahLst/>
                <a:cxnLst/>
                <a:rect l="l" t="t" r="r" b="b"/>
                <a:pathLst>
                  <a:path w="1955" h="4374" extrusionOk="0">
                    <a:moveTo>
                      <a:pt x="1954" y="0"/>
                    </a:moveTo>
                    <a:cubicBezTo>
                      <a:pt x="869" y="0"/>
                      <a:pt x="0" y="1241"/>
                      <a:pt x="0" y="2823"/>
                    </a:cubicBezTo>
                    <a:lnTo>
                      <a:pt x="0" y="4374"/>
                    </a:lnTo>
                    <a:cubicBezTo>
                      <a:pt x="1086" y="4374"/>
                      <a:pt x="1954" y="3816"/>
                      <a:pt x="1954" y="2482"/>
                    </a:cubicBezTo>
                    <a:lnTo>
                      <a:pt x="1954" y="0"/>
                    </a:lnTo>
                    <a:close/>
                  </a:path>
                </a:pathLst>
              </a:custGeom>
              <a:solidFill>
                <a:srgbClr val="D8EC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13" name="Google Shape;413;p29"/>
              <p:cNvSpPr/>
              <p:nvPr/>
            </p:nvSpPr>
            <p:spPr>
              <a:xfrm>
                <a:off x="4060313" y="2870000"/>
                <a:ext cx="48875" cy="109350"/>
              </a:xfrm>
              <a:custGeom>
                <a:avLst/>
                <a:gdLst/>
                <a:ahLst/>
                <a:cxnLst/>
                <a:rect l="l" t="t" r="r" b="b"/>
                <a:pathLst>
                  <a:path w="1955" h="4374" extrusionOk="0">
                    <a:moveTo>
                      <a:pt x="0" y="0"/>
                    </a:moveTo>
                    <a:lnTo>
                      <a:pt x="0" y="2513"/>
                    </a:lnTo>
                    <a:cubicBezTo>
                      <a:pt x="0" y="3816"/>
                      <a:pt x="869" y="4374"/>
                      <a:pt x="1954" y="4374"/>
                    </a:cubicBezTo>
                    <a:lnTo>
                      <a:pt x="1954" y="2823"/>
                    </a:lnTo>
                    <a:cubicBezTo>
                      <a:pt x="1954" y="1272"/>
                      <a:pt x="1086" y="0"/>
                      <a:pt x="0" y="0"/>
                    </a:cubicBezTo>
                    <a:close/>
                  </a:path>
                </a:pathLst>
              </a:custGeom>
              <a:solidFill>
                <a:srgbClr val="D8EC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14" name="Google Shape;414;p29"/>
              <p:cNvSpPr/>
              <p:nvPr/>
            </p:nvSpPr>
            <p:spPr>
              <a:xfrm>
                <a:off x="4244863" y="2806400"/>
                <a:ext cx="83000" cy="112475"/>
              </a:xfrm>
              <a:custGeom>
                <a:avLst/>
                <a:gdLst/>
                <a:ahLst/>
                <a:cxnLst/>
                <a:rect l="l" t="t" r="r" b="b"/>
                <a:pathLst>
                  <a:path w="3320" h="4499" extrusionOk="0">
                    <a:moveTo>
                      <a:pt x="1676" y="1"/>
                    </a:moveTo>
                    <a:cubicBezTo>
                      <a:pt x="714" y="1"/>
                      <a:pt x="1" y="838"/>
                      <a:pt x="125" y="1738"/>
                    </a:cubicBezTo>
                    <a:lnTo>
                      <a:pt x="125" y="2637"/>
                    </a:lnTo>
                    <a:lnTo>
                      <a:pt x="1645" y="4498"/>
                    </a:lnTo>
                    <a:lnTo>
                      <a:pt x="3196" y="2637"/>
                    </a:lnTo>
                    <a:lnTo>
                      <a:pt x="3196" y="1738"/>
                    </a:lnTo>
                    <a:cubicBezTo>
                      <a:pt x="3320" y="838"/>
                      <a:pt x="2606" y="1"/>
                      <a:pt x="1676" y="1"/>
                    </a:cubicBezTo>
                    <a:close/>
                  </a:path>
                </a:pathLst>
              </a:custGeom>
              <a:solidFill>
                <a:srgbClr val="FFCB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15" name="Google Shape;415;p29"/>
              <p:cNvSpPr/>
              <p:nvPr/>
            </p:nvSpPr>
            <p:spPr>
              <a:xfrm>
                <a:off x="4237113" y="2870000"/>
                <a:ext cx="49650" cy="109350"/>
              </a:xfrm>
              <a:custGeom>
                <a:avLst/>
                <a:gdLst/>
                <a:ahLst/>
                <a:cxnLst/>
                <a:rect l="l" t="t" r="r" b="b"/>
                <a:pathLst>
                  <a:path w="1986" h="4374" extrusionOk="0">
                    <a:moveTo>
                      <a:pt x="0" y="0"/>
                    </a:moveTo>
                    <a:lnTo>
                      <a:pt x="0" y="2513"/>
                    </a:lnTo>
                    <a:cubicBezTo>
                      <a:pt x="0" y="3816"/>
                      <a:pt x="900" y="4374"/>
                      <a:pt x="1986" y="4374"/>
                    </a:cubicBezTo>
                    <a:lnTo>
                      <a:pt x="1986" y="2823"/>
                    </a:lnTo>
                    <a:cubicBezTo>
                      <a:pt x="1986" y="1272"/>
                      <a:pt x="1086" y="0"/>
                      <a:pt x="0" y="0"/>
                    </a:cubicBezTo>
                    <a:close/>
                  </a:path>
                </a:pathLst>
              </a:custGeom>
              <a:solidFill>
                <a:srgbClr val="D8EC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16" name="Google Shape;416;p29"/>
              <p:cNvSpPr/>
              <p:nvPr/>
            </p:nvSpPr>
            <p:spPr>
              <a:xfrm>
                <a:off x="4286738" y="2870775"/>
                <a:ext cx="48875" cy="109350"/>
              </a:xfrm>
              <a:custGeom>
                <a:avLst/>
                <a:gdLst/>
                <a:ahLst/>
                <a:cxnLst/>
                <a:rect l="l" t="t" r="r" b="b"/>
                <a:pathLst>
                  <a:path w="1955" h="4374" extrusionOk="0">
                    <a:moveTo>
                      <a:pt x="1955" y="0"/>
                    </a:moveTo>
                    <a:cubicBezTo>
                      <a:pt x="869" y="0"/>
                      <a:pt x="1" y="1241"/>
                      <a:pt x="1" y="2823"/>
                    </a:cubicBezTo>
                    <a:lnTo>
                      <a:pt x="1" y="4374"/>
                    </a:lnTo>
                    <a:cubicBezTo>
                      <a:pt x="1055" y="4374"/>
                      <a:pt x="1955" y="3816"/>
                      <a:pt x="1955" y="2482"/>
                    </a:cubicBezTo>
                    <a:lnTo>
                      <a:pt x="1955" y="0"/>
                    </a:lnTo>
                    <a:close/>
                  </a:path>
                </a:pathLst>
              </a:custGeom>
              <a:solidFill>
                <a:srgbClr val="D8EC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17" name="Google Shape;417;p29"/>
              <p:cNvSpPr/>
              <p:nvPr/>
            </p:nvSpPr>
            <p:spPr>
              <a:xfrm>
                <a:off x="4023088" y="2804475"/>
                <a:ext cx="150450" cy="234600"/>
              </a:xfrm>
              <a:custGeom>
                <a:avLst/>
                <a:gdLst/>
                <a:ahLst/>
                <a:cxnLst/>
                <a:rect l="l" t="t" r="r" b="b"/>
                <a:pathLst>
                  <a:path w="6018" h="9384" extrusionOk="0">
                    <a:moveTo>
                      <a:pt x="3443" y="558"/>
                    </a:moveTo>
                    <a:cubicBezTo>
                      <a:pt x="4079" y="558"/>
                      <a:pt x="4715" y="977"/>
                      <a:pt x="4715" y="1815"/>
                    </a:cubicBezTo>
                    <a:lnTo>
                      <a:pt x="4715" y="2497"/>
                    </a:lnTo>
                    <a:cubicBezTo>
                      <a:pt x="4343" y="2683"/>
                      <a:pt x="4033" y="2931"/>
                      <a:pt x="3784" y="3273"/>
                    </a:cubicBezTo>
                    <a:cubicBezTo>
                      <a:pt x="3660" y="3490"/>
                      <a:pt x="3536" y="3707"/>
                      <a:pt x="3443" y="3924"/>
                    </a:cubicBezTo>
                    <a:cubicBezTo>
                      <a:pt x="3350" y="3707"/>
                      <a:pt x="3226" y="3490"/>
                      <a:pt x="3071" y="3273"/>
                    </a:cubicBezTo>
                    <a:cubicBezTo>
                      <a:pt x="2854" y="2931"/>
                      <a:pt x="2544" y="2683"/>
                      <a:pt x="2171" y="2497"/>
                    </a:cubicBezTo>
                    <a:lnTo>
                      <a:pt x="2171" y="1815"/>
                    </a:lnTo>
                    <a:cubicBezTo>
                      <a:pt x="2171" y="977"/>
                      <a:pt x="2807" y="558"/>
                      <a:pt x="3443" y="558"/>
                    </a:cubicBezTo>
                    <a:close/>
                    <a:moveTo>
                      <a:pt x="1737" y="2931"/>
                    </a:moveTo>
                    <a:cubicBezTo>
                      <a:pt x="2544" y="3149"/>
                      <a:pt x="3164" y="4203"/>
                      <a:pt x="3164" y="5444"/>
                    </a:cubicBezTo>
                    <a:lnTo>
                      <a:pt x="3164" y="6747"/>
                    </a:lnTo>
                    <a:cubicBezTo>
                      <a:pt x="2327" y="6716"/>
                      <a:pt x="1675" y="5971"/>
                      <a:pt x="1737" y="5134"/>
                    </a:cubicBezTo>
                    <a:lnTo>
                      <a:pt x="1737" y="2931"/>
                    </a:lnTo>
                    <a:close/>
                    <a:moveTo>
                      <a:pt x="5118" y="2931"/>
                    </a:moveTo>
                    <a:lnTo>
                      <a:pt x="5118" y="5134"/>
                    </a:lnTo>
                    <a:cubicBezTo>
                      <a:pt x="5211" y="5971"/>
                      <a:pt x="4560" y="6716"/>
                      <a:pt x="3722" y="6747"/>
                    </a:cubicBezTo>
                    <a:lnTo>
                      <a:pt x="3722" y="5444"/>
                    </a:lnTo>
                    <a:cubicBezTo>
                      <a:pt x="3722" y="4203"/>
                      <a:pt x="4312" y="3117"/>
                      <a:pt x="5118" y="2931"/>
                    </a:cubicBezTo>
                    <a:close/>
                    <a:moveTo>
                      <a:pt x="3428" y="0"/>
                    </a:moveTo>
                    <a:cubicBezTo>
                      <a:pt x="2520" y="0"/>
                      <a:pt x="1613" y="605"/>
                      <a:pt x="1613" y="1815"/>
                    </a:cubicBezTo>
                    <a:lnTo>
                      <a:pt x="1613" y="2373"/>
                    </a:lnTo>
                    <a:lnTo>
                      <a:pt x="1458" y="2373"/>
                    </a:lnTo>
                    <a:cubicBezTo>
                      <a:pt x="1303" y="2373"/>
                      <a:pt x="1179" y="2497"/>
                      <a:pt x="1179" y="2621"/>
                    </a:cubicBezTo>
                    <a:lnTo>
                      <a:pt x="1179" y="5134"/>
                    </a:lnTo>
                    <a:cubicBezTo>
                      <a:pt x="1148" y="5754"/>
                      <a:pt x="1396" y="6374"/>
                      <a:pt x="1861" y="6778"/>
                    </a:cubicBezTo>
                    <a:cubicBezTo>
                      <a:pt x="2234" y="7088"/>
                      <a:pt x="2668" y="7243"/>
                      <a:pt x="3164" y="7274"/>
                    </a:cubicBezTo>
                    <a:lnTo>
                      <a:pt x="3164" y="8236"/>
                    </a:lnTo>
                    <a:cubicBezTo>
                      <a:pt x="2823" y="7925"/>
                      <a:pt x="2389" y="7708"/>
                      <a:pt x="1923" y="7615"/>
                    </a:cubicBezTo>
                    <a:cubicBezTo>
                      <a:pt x="1905" y="7612"/>
                      <a:pt x="1888" y="7610"/>
                      <a:pt x="1872" y="7610"/>
                    </a:cubicBezTo>
                    <a:cubicBezTo>
                      <a:pt x="1574" y="7610"/>
                      <a:pt x="1507" y="8115"/>
                      <a:pt x="1830" y="8174"/>
                    </a:cubicBezTo>
                    <a:cubicBezTo>
                      <a:pt x="2296" y="8236"/>
                      <a:pt x="2699" y="8484"/>
                      <a:pt x="2947" y="8856"/>
                    </a:cubicBezTo>
                    <a:lnTo>
                      <a:pt x="279" y="8856"/>
                    </a:lnTo>
                    <a:cubicBezTo>
                      <a:pt x="124" y="8856"/>
                      <a:pt x="0" y="8980"/>
                      <a:pt x="0" y="9135"/>
                    </a:cubicBezTo>
                    <a:cubicBezTo>
                      <a:pt x="0" y="9259"/>
                      <a:pt x="124" y="9383"/>
                      <a:pt x="279" y="9383"/>
                    </a:cubicBezTo>
                    <a:lnTo>
                      <a:pt x="5739" y="9383"/>
                    </a:lnTo>
                    <a:cubicBezTo>
                      <a:pt x="5894" y="9383"/>
                      <a:pt x="6018" y="9259"/>
                      <a:pt x="6018" y="9135"/>
                    </a:cubicBezTo>
                    <a:cubicBezTo>
                      <a:pt x="6018" y="8980"/>
                      <a:pt x="5894" y="8856"/>
                      <a:pt x="5770" y="8856"/>
                    </a:cubicBezTo>
                    <a:lnTo>
                      <a:pt x="3909" y="8856"/>
                    </a:lnTo>
                    <a:cubicBezTo>
                      <a:pt x="4157" y="8484"/>
                      <a:pt x="4560" y="8236"/>
                      <a:pt x="4994" y="8174"/>
                    </a:cubicBezTo>
                    <a:cubicBezTo>
                      <a:pt x="5347" y="8115"/>
                      <a:pt x="5282" y="7610"/>
                      <a:pt x="4984" y="7610"/>
                    </a:cubicBezTo>
                    <a:cubicBezTo>
                      <a:pt x="4967" y="7610"/>
                      <a:pt x="4950" y="7612"/>
                      <a:pt x="4932" y="7615"/>
                    </a:cubicBezTo>
                    <a:cubicBezTo>
                      <a:pt x="4467" y="7708"/>
                      <a:pt x="4033" y="7925"/>
                      <a:pt x="3691" y="8236"/>
                    </a:cubicBezTo>
                    <a:lnTo>
                      <a:pt x="3691" y="7274"/>
                    </a:lnTo>
                    <a:cubicBezTo>
                      <a:pt x="4157" y="7243"/>
                      <a:pt x="4622" y="7088"/>
                      <a:pt x="4994" y="6778"/>
                    </a:cubicBezTo>
                    <a:cubicBezTo>
                      <a:pt x="5460" y="6374"/>
                      <a:pt x="5708" y="5754"/>
                      <a:pt x="5646" y="5134"/>
                    </a:cubicBezTo>
                    <a:lnTo>
                      <a:pt x="5646" y="2621"/>
                    </a:lnTo>
                    <a:cubicBezTo>
                      <a:pt x="5646" y="2497"/>
                      <a:pt x="5522" y="2373"/>
                      <a:pt x="5397" y="2373"/>
                    </a:cubicBezTo>
                    <a:lnTo>
                      <a:pt x="5242" y="2373"/>
                    </a:lnTo>
                    <a:lnTo>
                      <a:pt x="5242" y="1815"/>
                    </a:lnTo>
                    <a:cubicBezTo>
                      <a:pt x="5242" y="605"/>
                      <a:pt x="4335" y="0"/>
                      <a:pt x="342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18" name="Google Shape;418;p29"/>
              <p:cNvSpPr/>
              <p:nvPr/>
            </p:nvSpPr>
            <p:spPr>
              <a:xfrm>
                <a:off x="4020763" y="3063850"/>
                <a:ext cx="57400" cy="14000"/>
              </a:xfrm>
              <a:custGeom>
                <a:avLst/>
                <a:gdLst/>
                <a:ahLst/>
                <a:cxnLst/>
                <a:rect l="l" t="t" r="r" b="b"/>
                <a:pathLst>
                  <a:path w="2296" h="560" extrusionOk="0">
                    <a:moveTo>
                      <a:pt x="372" y="1"/>
                    </a:moveTo>
                    <a:cubicBezTo>
                      <a:pt x="0" y="1"/>
                      <a:pt x="0" y="528"/>
                      <a:pt x="372" y="559"/>
                    </a:cubicBezTo>
                    <a:lnTo>
                      <a:pt x="1954" y="559"/>
                    </a:lnTo>
                    <a:cubicBezTo>
                      <a:pt x="2295" y="559"/>
                      <a:pt x="2295" y="1"/>
                      <a:pt x="195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19" name="Google Shape;419;p29"/>
              <p:cNvSpPr/>
              <p:nvPr/>
            </p:nvSpPr>
            <p:spPr>
              <a:xfrm>
                <a:off x="4317763" y="3063850"/>
                <a:ext cx="56625" cy="14000"/>
              </a:xfrm>
              <a:custGeom>
                <a:avLst/>
                <a:gdLst/>
                <a:ahLst/>
                <a:cxnLst/>
                <a:rect l="l" t="t" r="r" b="b"/>
                <a:pathLst>
                  <a:path w="2265" h="560" extrusionOk="0">
                    <a:moveTo>
                      <a:pt x="342" y="1"/>
                    </a:moveTo>
                    <a:cubicBezTo>
                      <a:pt x="0" y="1"/>
                      <a:pt x="0" y="528"/>
                      <a:pt x="342" y="559"/>
                    </a:cubicBezTo>
                    <a:lnTo>
                      <a:pt x="1893" y="559"/>
                    </a:lnTo>
                    <a:cubicBezTo>
                      <a:pt x="2265" y="559"/>
                      <a:pt x="2265" y="1"/>
                      <a:pt x="189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20" name="Google Shape;420;p29"/>
              <p:cNvSpPr/>
              <p:nvPr/>
            </p:nvSpPr>
            <p:spPr>
              <a:xfrm>
                <a:off x="4095188" y="3101850"/>
                <a:ext cx="57425" cy="14000"/>
              </a:xfrm>
              <a:custGeom>
                <a:avLst/>
                <a:gdLst/>
                <a:ahLst/>
                <a:cxnLst/>
                <a:rect l="l" t="t" r="r" b="b"/>
                <a:pathLst>
                  <a:path w="2297" h="560" extrusionOk="0">
                    <a:moveTo>
                      <a:pt x="342" y="1"/>
                    </a:moveTo>
                    <a:cubicBezTo>
                      <a:pt x="1" y="1"/>
                      <a:pt x="1" y="559"/>
                      <a:pt x="342" y="559"/>
                    </a:cubicBezTo>
                    <a:lnTo>
                      <a:pt x="1924" y="559"/>
                    </a:lnTo>
                    <a:cubicBezTo>
                      <a:pt x="2296" y="559"/>
                      <a:pt x="2296" y="1"/>
                      <a:pt x="192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21" name="Google Shape;421;p29"/>
              <p:cNvSpPr/>
              <p:nvPr/>
            </p:nvSpPr>
            <p:spPr>
              <a:xfrm>
                <a:off x="4169638" y="3063850"/>
                <a:ext cx="56650" cy="14000"/>
              </a:xfrm>
              <a:custGeom>
                <a:avLst/>
                <a:gdLst/>
                <a:ahLst/>
                <a:cxnLst/>
                <a:rect l="l" t="t" r="r" b="b"/>
                <a:pathLst>
                  <a:path w="2266" h="560" extrusionOk="0">
                    <a:moveTo>
                      <a:pt x="373" y="1"/>
                    </a:moveTo>
                    <a:cubicBezTo>
                      <a:pt x="1" y="1"/>
                      <a:pt x="1" y="528"/>
                      <a:pt x="373" y="559"/>
                    </a:cubicBezTo>
                    <a:lnTo>
                      <a:pt x="1924" y="559"/>
                    </a:lnTo>
                    <a:cubicBezTo>
                      <a:pt x="2265" y="559"/>
                      <a:pt x="2265" y="1"/>
                      <a:pt x="192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22" name="Google Shape;422;p29"/>
              <p:cNvSpPr/>
              <p:nvPr/>
            </p:nvSpPr>
            <p:spPr>
              <a:xfrm>
                <a:off x="4243313" y="3101850"/>
                <a:ext cx="57425" cy="14000"/>
              </a:xfrm>
              <a:custGeom>
                <a:avLst/>
                <a:gdLst/>
                <a:ahLst/>
                <a:cxnLst/>
                <a:rect l="l" t="t" r="r" b="b"/>
                <a:pathLst>
                  <a:path w="2297" h="560" extrusionOk="0">
                    <a:moveTo>
                      <a:pt x="342" y="1"/>
                    </a:moveTo>
                    <a:cubicBezTo>
                      <a:pt x="1" y="1"/>
                      <a:pt x="1" y="559"/>
                      <a:pt x="342" y="559"/>
                    </a:cubicBezTo>
                    <a:lnTo>
                      <a:pt x="1924" y="559"/>
                    </a:lnTo>
                    <a:cubicBezTo>
                      <a:pt x="2296" y="559"/>
                      <a:pt x="2296" y="1"/>
                      <a:pt x="192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23" name="Google Shape;423;p29"/>
              <p:cNvSpPr/>
              <p:nvPr/>
            </p:nvSpPr>
            <p:spPr>
              <a:xfrm>
                <a:off x="4175838" y="2804200"/>
                <a:ext cx="42675" cy="72600"/>
              </a:xfrm>
              <a:custGeom>
                <a:avLst/>
                <a:gdLst/>
                <a:ahLst/>
                <a:cxnLst/>
                <a:rect l="l" t="t" r="r" b="b"/>
                <a:pathLst>
                  <a:path w="1707" h="2904" extrusionOk="0">
                    <a:moveTo>
                      <a:pt x="687" y="1"/>
                    </a:moveTo>
                    <a:cubicBezTo>
                      <a:pt x="584" y="1"/>
                      <a:pt x="481" y="55"/>
                      <a:pt x="435" y="182"/>
                    </a:cubicBezTo>
                    <a:lnTo>
                      <a:pt x="32" y="1360"/>
                    </a:lnTo>
                    <a:cubicBezTo>
                      <a:pt x="1" y="1453"/>
                      <a:pt x="32" y="1547"/>
                      <a:pt x="63" y="1609"/>
                    </a:cubicBezTo>
                    <a:cubicBezTo>
                      <a:pt x="125" y="1671"/>
                      <a:pt x="218" y="1733"/>
                      <a:pt x="280" y="1733"/>
                    </a:cubicBezTo>
                    <a:lnTo>
                      <a:pt x="1056" y="1733"/>
                    </a:lnTo>
                    <a:lnTo>
                      <a:pt x="776" y="2539"/>
                    </a:lnTo>
                    <a:cubicBezTo>
                      <a:pt x="714" y="2694"/>
                      <a:pt x="807" y="2849"/>
                      <a:pt x="932" y="2880"/>
                    </a:cubicBezTo>
                    <a:cubicBezTo>
                      <a:pt x="947" y="2896"/>
                      <a:pt x="963" y="2904"/>
                      <a:pt x="978" y="2904"/>
                    </a:cubicBezTo>
                    <a:cubicBezTo>
                      <a:pt x="994" y="2904"/>
                      <a:pt x="1009" y="2896"/>
                      <a:pt x="1025" y="2880"/>
                    </a:cubicBezTo>
                    <a:cubicBezTo>
                      <a:pt x="1149" y="2880"/>
                      <a:pt x="1242" y="2818"/>
                      <a:pt x="1304" y="2725"/>
                    </a:cubicBezTo>
                    <a:lnTo>
                      <a:pt x="1676" y="1547"/>
                    </a:lnTo>
                    <a:cubicBezTo>
                      <a:pt x="1707" y="1453"/>
                      <a:pt x="1707" y="1360"/>
                      <a:pt x="1645" y="1298"/>
                    </a:cubicBezTo>
                    <a:cubicBezTo>
                      <a:pt x="1583" y="1236"/>
                      <a:pt x="1521" y="1174"/>
                      <a:pt x="1428" y="1174"/>
                    </a:cubicBezTo>
                    <a:lnTo>
                      <a:pt x="683" y="1174"/>
                    </a:lnTo>
                    <a:lnTo>
                      <a:pt x="963" y="368"/>
                    </a:lnTo>
                    <a:cubicBezTo>
                      <a:pt x="1040" y="154"/>
                      <a:pt x="862" y="1"/>
                      <a:pt x="68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24" name="Google Shape;424;p29"/>
              <p:cNvSpPr/>
              <p:nvPr/>
            </p:nvSpPr>
            <p:spPr>
              <a:xfrm>
                <a:off x="4221613" y="2806800"/>
                <a:ext cx="150450" cy="232275"/>
              </a:xfrm>
              <a:custGeom>
                <a:avLst/>
                <a:gdLst/>
                <a:ahLst/>
                <a:cxnLst/>
                <a:rect l="l" t="t" r="r" b="b"/>
                <a:pathLst>
                  <a:path w="6018" h="9291" extrusionOk="0">
                    <a:moveTo>
                      <a:pt x="2579" y="535"/>
                    </a:moveTo>
                    <a:cubicBezTo>
                      <a:pt x="3187" y="535"/>
                      <a:pt x="3800" y="931"/>
                      <a:pt x="3846" y="1722"/>
                    </a:cubicBezTo>
                    <a:lnTo>
                      <a:pt x="3846" y="2404"/>
                    </a:lnTo>
                    <a:cubicBezTo>
                      <a:pt x="3474" y="2590"/>
                      <a:pt x="3164" y="2838"/>
                      <a:pt x="2947" y="3180"/>
                    </a:cubicBezTo>
                    <a:cubicBezTo>
                      <a:pt x="2792" y="3397"/>
                      <a:pt x="2668" y="3614"/>
                      <a:pt x="2575" y="3831"/>
                    </a:cubicBezTo>
                    <a:cubicBezTo>
                      <a:pt x="2513" y="3614"/>
                      <a:pt x="2389" y="3397"/>
                      <a:pt x="2233" y="3180"/>
                    </a:cubicBezTo>
                    <a:cubicBezTo>
                      <a:pt x="2016" y="2838"/>
                      <a:pt x="1706" y="2590"/>
                      <a:pt x="1334" y="2404"/>
                    </a:cubicBezTo>
                    <a:lnTo>
                      <a:pt x="1334" y="1722"/>
                    </a:lnTo>
                    <a:cubicBezTo>
                      <a:pt x="1365" y="931"/>
                      <a:pt x="1970" y="535"/>
                      <a:pt x="2579" y="535"/>
                    </a:cubicBezTo>
                    <a:close/>
                    <a:moveTo>
                      <a:pt x="900" y="2838"/>
                    </a:moveTo>
                    <a:cubicBezTo>
                      <a:pt x="1706" y="3024"/>
                      <a:pt x="2327" y="4079"/>
                      <a:pt x="2327" y="5351"/>
                    </a:cubicBezTo>
                    <a:lnTo>
                      <a:pt x="2327" y="6623"/>
                    </a:lnTo>
                    <a:cubicBezTo>
                      <a:pt x="1458" y="6623"/>
                      <a:pt x="807" y="5878"/>
                      <a:pt x="900" y="5041"/>
                    </a:cubicBezTo>
                    <a:lnTo>
                      <a:pt x="900" y="2838"/>
                    </a:lnTo>
                    <a:close/>
                    <a:moveTo>
                      <a:pt x="4281" y="2838"/>
                    </a:moveTo>
                    <a:lnTo>
                      <a:pt x="4281" y="5041"/>
                    </a:lnTo>
                    <a:cubicBezTo>
                      <a:pt x="4374" y="5878"/>
                      <a:pt x="3722" y="6623"/>
                      <a:pt x="2854" y="6623"/>
                    </a:cubicBezTo>
                    <a:lnTo>
                      <a:pt x="2854" y="5351"/>
                    </a:lnTo>
                    <a:cubicBezTo>
                      <a:pt x="2854" y="4079"/>
                      <a:pt x="3474" y="3024"/>
                      <a:pt x="4281" y="2838"/>
                    </a:cubicBezTo>
                    <a:close/>
                    <a:moveTo>
                      <a:pt x="2579" y="0"/>
                    </a:moveTo>
                    <a:cubicBezTo>
                      <a:pt x="1698" y="0"/>
                      <a:pt x="822" y="574"/>
                      <a:pt x="776" y="1722"/>
                    </a:cubicBezTo>
                    <a:lnTo>
                      <a:pt x="776" y="2280"/>
                    </a:lnTo>
                    <a:lnTo>
                      <a:pt x="620" y="2280"/>
                    </a:lnTo>
                    <a:cubicBezTo>
                      <a:pt x="465" y="2280"/>
                      <a:pt x="341" y="2404"/>
                      <a:pt x="341" y="2528"/>
                    </a:cubicBezTo>
                    <a:lnTo>
                      <a:pt x="341" y="5041"/>
                    </a:lnTo>
                    <a:cubicBezTo>
                      <a:pt x="310" y="5661"/>
                      <a:pt x="558" y="6281"/>
                      <a:pt x="1024" y="6685"/>
                    </a:cubicBezTo>
                    <a:cubicBezTo>
                      <a:pt x="1396" y="6995"/>
                      <a:pt x="1830" y="7150"/>
                      <a:pt x="2327" y="7181"/>
                    </a:cubicBezTo>
                    <a:lnTo>
                      <a:pt x="2327" y="8143"/>
                    </a:lnTo>
                    <a:cubicBezTo>
                      <a:pt x="1985" y="7832"/>
                      <a:pt x="1551" y="7615"/>
                      <a:pt x="1086" y="7522"/>
                    </a:cubicBezTo>
                    <a:cubicBezTo>
                      <a:pt x="931" y="7522"/>
                      <a:pt x="807" y="7615"/>
                      <a:pt x="776" y="7770"/>
                    </a:cubicBezTo>
                    <a:cubicBezTo>
                      <a:pt x="745" y="7894"/>
                      <a:pt x="869" y="8050"/>
                      <a:pt x="993" y="8081"/>
                    </a:cubicBezTo>
                    <a:cubicBezTo>
                      <a:pt x="1458" y="8143"/>
                      <a:pt x="1861" y="8391"/>
                      <a:pt x="2109" y="8763"/>
                    </a:cubicBezTo>
                    <a:lnTo>
                      <a:pt x="279" y="8763"/>
                    </a:lnTo>
                    <a:cubicBezTo>
                      <a:pt x="124" y="8763"/>
                      <a:pt x="0" y="8887"/>
                      <a:pt x="0" y="9011"/>
                    </a:cubicBezTo>
                    <a:cubicBezTo>
                      <a:pt x="0" y="9166"/>
                      <a:pt x="124" y="9290"/>
                      <a:pt x="279" y="9290"/>
                    </a:cubicBezTo>
                    <a:lnTo>
                      <a:pt x="5739" y="9290"/>
                    </a:lnTo>
                    <a:cubicBezTo>
                      <a:pt x="5894" y="9290"/>
                      <a:pt x="6018" y="9166"/>
                      <a:pt x="6018" y="9011"/>
                    </a:cubicBezTo>
                    <a:cubicBezTo>
                      <a:pt x="6018" y="8887"/>
                      <a:pt x="5894" y="8763"/>
                      <a:pt x="5739" y="8763"/>
                    </a:cubicBezTo>
                    <a:lnTo>
                      <a:pt x="3071" y="8763"/>
                    </a:lnTo>
                    <a:cubicBezTo>
                      <a:pt x="3319" y="8391"/>
                      <a:pt x="3722" y="8143"/>
                      <a:pt x="4157" y="8081"/>
                    </a:cubicBezTo>
                    <a:cubicBezTo>
                      <a:pt x="4312" y="8050"/>
                      <a:pt x="4405" y="7894"/>
                      <a:pt x="4405" y="7770"/>
                    </a:cubicBezTo>
                    <a:cubicBezTo>
                      <a:pt x="4374" y="7615"/>
                      <a:pt x="4250" y="7522"/>
                      <a:pt x="4095" y="7522"/>
                    </a:cubicBezTo>
                    <a:cubicBezTo>
                      <a:pt x="3629" y="7615"/>
                      <a:pt x="3195" y="7832"/>
                      <a:pt x="2854" y="8143"/>
                    </a:cubicBezTo>
                    <a:lnTo>
                      <a:pt x="2854" y="7181"/>
                    </a:lnTo>
                    <a:cubicBezTo>
                      <a:pt x="3319" y="7150"/>
                      <a:pt x="3784" y="6995"/>
                      <a:pt x="4157" y="6685"/>
                    </a:cubicBezTo>
                    <a:cubicBezTo>
                      <a:pt x="4622" y="6281"/>
                      <a:pt x="4870" y="5661"/>
                      <a:pt x="4808" y="5041"/>
                    </a:cubicBezTo>
                    <a:lnTo>
                      <a:pt x="4808" y="2528"/>
                    </a:lnTo>
                    <a:cubicBezTo>
                      <a:pt x="4808" y="2404"/>
                      <a:pt x="4715" y="2280"/>
                      <a:pt x="4560" y="2280"/>
                    </a:cubicBezTo>
                    <a:lnTo>
                      <a:pt x="4405" y="2280"/>
                    </a:lnTo>
                    <a:lnTo>
                      <a:pt x="4405" y="1722"/>
                    </a:lnTo>
                    <a:cubicBezTo>
                      <a:pt x="4343" y="574"/>
                      <a:pt x="3459" y="0"/>
                      <a:pt x="257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25" name="Google Shape;425;p29"/>
              <p:cNvSpPr/>
              <p:nvPr/>
            </p:nvSpPr>
            <p:spPr>
              <a:xfrm>
                <a:off x="4189813" y="3025700"/>
                <a:ext cx="14750" cy="14050"/>
              </a:xfrm>
              <a:custGeom>
                <a:avLst/>
                <a:gdLst/>
                <a:ahLst/>
                <a:cxnLst/>
                <a:rect l="l" t="t" r="r" b="b"/>
                <a:pathLst>
                  <a:path w="590" h="562" extrusionOk="0">
                    <a:moveTo>
                      <a:pt x="309" y="1"/>
                    </a:moveTo>
                    <a:cubicBezTo>
                      <a:pt x="246" y="1"/>
                      <a:pt x="181" y="22"/>
                      <a:pt x="124" y="69"/>
                    </a:cubicBezTo>
                    <a:cubicBezTo>
                      <a:pt x="0" y="193"/>
                      <a:pt x="0" y="348"/>
                      <a:pt x="124" y="472"/>
                    </a:cubicBezTo>
                    <a:cubicBezTo>
                      <a:pt x="186" y="534"/>
                      <a:pt x="259" y="562"/>
                      <a:pt x="328" y="562"/>
                    </a:cubicBezTo>
                    <a:cubicBezTo>
                      <a:pt x="466" y="562"/>
                      <a:pt x="590" y="452"/>
                      <a:pt x="590" y="286"/>
                    </a:cubicBezTo>
                    <a:cubicBezTo>
                      <a:pt x="590" y="113"/>
                      <a:pt x="454" y="1"/>
                      <a:pt x="30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grpSp>
      </p:grpSp>
      <p:grpSp>
        <p:nvGrpSpPr>
          <p:cNvPr id="426" name="Google Shape;426;p29"/>
          <p:cNvGrpSpPr/>
          <p:nvPr/>
        </p:nvGrpSpPr>
        <p:grpSpPr>
          <a:xfrm>
            <a:off x="7277394" y="1343034"/>
            <a:ext cx="328533" cy="391152"/>
            <a:chOff x="4033163" y="2247250"/>
            <a:chExt cx="293150" cy="349025"/>
          </a:xfrm>
        </p:grpSpPr>
        <p:sp>
          <p:nvSpPr>
            <p:cNvPr id="427" name="Google Shape;427;p29"/>
            <p:cNvSpPr/>
            <p:nvPr/>
          </p:nvSpPr>
          <p:spPr>
            <a:xfrm>
              <a:off x="4041688" y="2286825"/>
              <a:ext cx="276100" cy="302475"/>
            </a:xfrm>
            <a:custGeom>
              <a:avLst/>
              <a:gdLst/>
              <a:ahLst/>
              <a:cxnLst/>
              <a:rect l="l" t="t" r="r" b="b"/>
              <a:pathLst>
                <a:path w="11044" h="12099" extrusionOk="0">
                  <a:moveTo>
                    <a:pt x="4467" y="1"/>
                  </a:moveTo>
                  <a:lnTo>
                    <a:pt x="4467" y="3537"/>
                  </a:lnTo>
                  <a:cubicBezTo>
                    <a:pt x="1" y="5460"/>
                    <a:pt x="1396" y="12098"/>
                    <a:pt x="6235" y="12098"/>
                  </a:cubicBezTo>
                  <a:cubicBezTo>
                    <a:pt x="8376" y="12098"/>
                    <a:pt x="10206" y="10609"/>
                    <a:pt x="10609" y="8531"/>
                  </a:cubicBezTo>
                  <a:cubicBezTo>
                    <a:pt x="11043" y="6453"/>
                    <a:pt x="9958" y="4375"/>
                    <a:pt x="8004" y="3537"/>
                  </a:cubicBezTo>
                  <a:lnTo>
                    <a:pt x="8004" y="1"/>
                  </a:lnTo>
                  <a:close/>
                </a:path>
              </a:pathLst>
            </a:custGeom>
            <a:solidFill>
              <a:srgbClr val="EF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28" name="Google Shape;428;p29"/>
            <p:cNvSpPr/>
            <p:nvPr/>
          </p:nvSpPr>
          <p:spPr>
            <a:xfrm>
              <a:off x="4041688" y="2341900"/>
              <a:ext cx="276100" cy="247400"/>
            </a:xfrm>
            <a:custGeom>
              <a:avLst/>
              <a:gdLst/>
              <a:ahLst/>
              <a:cxnLst/>
              <a:rect l="l" t="t" r="r" b="b"/>
              <a:pathLst>
                <a:path w="11044" h="9896" extrusionOk="0">
                  <a:moveTo>
                    <a:pt x="4467" y="0"/>
                  </a:moveTo>
                  <a:lnTo>
                    <a:pt x="4467" y="1334"/>
                  </a:lnTo>
                  <a:cubicBezTo>
                    <a:pt x="1" y="3257"/>
                    <a:pt x="1396" y="9895"/>
                    <a:pt x="6235" y="9895"/>
                  </a:cubicBezTo>
                  <a:cubicBezTo>
                    <a:pt x="8376" y="9895"/>
                    <a:pt x="10206" y="8406"/>
                    <a:pt x="10609" y="6328"/>
                  </a:cubicBezTo>
                  <a:cubicBezTo>
                    <a:pt x="11043" y="4250"/>
                    <a:pt x="9958" y="2172"/>
                    <a:pt x="8004" y="1334"/>
                  </a:cubicBezTo>
                  <a:lnTo>
                    <a:pt x="8004" y="0"/>
                  </a:lnTo>
                  <a:close/>
                </a:path>
              </a:pathLst>
            </a:custGeom>
            <a:solidFill>
              <a:srgbClr val="F683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29" name="Google Shape;429;p29"/>
            <p:cNvSpPr/>
            <p:nvPr/>
          </p:nvSpPr>
          <p:spPr>
            <a:xfrm>
              <a:off x="4124388" y="2254225"/>
              <a:ext cx="143775" cy="32675"/>
            </a:xfrm>
            <a:custGeom>
              <a:avLst/>
              <a:gdLst/>
              <a:ahLst/>
              <a:cxnLst/>
              <a:rect l="l" t="t" r="r" b="b"/>
              <a:pathLst>
                <a:path w="5751" h="1307" extrusionOk="0">
                  <a:moveTo>
                    <a:pt x="853" y="0"/>
                  </a:moveTo>
                  <a:cubicBezTo>
                    <a:pt x="0" y="0"/>
                    <a:pt x="0" y="1307"/>
                    <a:pt x="853" y="1307"/>
                  </a:cubicBezTo>
                  <a:cubicBezTo>
                    <a:pt x="872" y="1307"/>
                    <a:pt x="891" y="1306"/>
                    <a:pt x="911" y="1305"/>
                  </a:cubicBezTo>
                  <a:lnTo>
                    <a:pt x="4944" y="1305"/>
                  </a:lnTo>
                  <a:cubicBezTo>
                    <a:pt x="5750" y="1243"/>
                    <a:pt x="5750" y="64"/>
                    <a:pt x="4944" y="2"/>
                  </a:cubicBezTo>
                  <a:lnTo>
                    <a:pt x="911" y="2"/>
                  </a:lnTo>
                  <a:cubicBezTo>
                    <a:pt x="891" y="1"/>
                    <a:pt x="872" y="0"/>
                    <a:pt x="853" y="0"/>
                  </a:cubicBezTo>
                  <a:close/>
                </a:path>
              </a:pathLst>
            </a:custGeom>
            <a:solidFill>
              <a:srgbClr val="EF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30" name="Google Shape;430;p29"/>
            <p:cNvSpPr/>
            <p:nvPr/>
          </p:nvSpPr>
          <p:spPr>
            <a:xfrm>
              <a:off x="4198338" y="2465975"/>
              <a:ext cx="76025" cy="76025"/>
            </a:xfrm>
            <a:custGeom>
              <a:avLst/>
              <a:gdLst/>
              <a:ahLst/>
              <a:cxnLst/>
              <a:rect l="l" t="t" r="r" b="b"/>
              <a:pathLst>
                <a:path w="3041" h="3041" extrusionOk="0">
                  <a:moveTo>
                    <a:pt x="2079" y="0"/>
                  </a:moveTo>
                  <a:cubicBezTo>
                    <a:pt x="931" y="0"/>
                    <a:pt x="0" y="931"/>
                    <a:pt x="0" y="2110"/>
                  </a:cubicBezTo>
                  <a:lnTo>
                    <a:pt x="0" y="3040"/>
                  </a:lnTo>
                  <a:lnTo>
                    <a:pt x="931" y="3040"/>
                  </a:lnTo>
                  <a:cubicBezTo>
                    <a:pt x="2110" y="3040"/>
                    <a:pt x="3040" y="2110"/>
                    <a:pt x="3040" y="931"/>
                  </a:cubicBezTo>
                  <a:lnTo>
                    <a:pt x="3040" y="0"/>
                  </a:lnTo>
                  <a:close/>
                </a:path>
              </a:pathLst>
            </a:custGeom>
            <a:solidFill>
              <a:srgbClr val="D8EC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31" name="Google Shape;431;p29"/>
            <p:cNvSpPr/>
            <p:nvPr/>
          </p:nvSpPr>
          <p:spPr>
            <a:xfrm>
              <a:off x="4121563" y="2465975"/>
              <a:ext cx="76800" cy="76025"/>
            </a:xfrm>
            <a:custGeom>
              <a:avLst/>
              <a:gdLst/>
              <a:ahLst/>
              <a:cxnLst/>
              <a:rect l="l" t="t" r="r" b="b"/>
              <a:pathLst>
                <a:path w="3072" h="3041" extrusionOk="0">
                  <a:moveTo>
                    <a:pt x="1" y="0"/>
                  </a:moveTo>
                  <a:lnTo>
                    <a:pt x="1" y="931"/>
                  </a:lnTo>
                  <a:cubicBezTo>
                    <a:pt x="1" y="2110"/>
                    <a:pt x="962" y="3040"/>
                    <a:pt x="2110" y="3040"/>
                  </a:cubicBezTo>
                  <a:lnTo>
                    <a:pt x="3071" y="3040"/>
                  </a:lnTo>
                  <a:lnTo>
                    <a:pt x="3071" y="2110"/>
                  </a:lnTo>
                  <a:cubicBezTo>
                    <a:pt x="3071" y="931"/>
                    <a:pt x="2110" y="0"/>
                    <a:pt x="931" y="0"/>
                  </a:cubicBezTo>
                  <a:close/>
                </a:path>
              </a:pathLst>
            </a:custGeom>
            <a:solidFill>
              <a:srgbClr val="D8EC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32" name="Google Shape;432;p29"/>
            <p:cNvSpPr/>
            <p:nvPr/>
          </p:nvSpPr>
          <p:spPr>
            <a:xfrm>
              <a:off x="4160338" y="2389200"/>
              <a:ext cx="75250" cy="107800"/>
            </a:xfrm>
            <a:custGeom>
              <a:avLst/>
              <a:gdLst/>
              <a:ahLst/>
              <a:cxnLst/>
              <a:rect l="l" t="t" r="r" b="b"/>
              <a:pathLst>
                <a:path w="3010" h="4312" extrusionOk="0">
                  <a:moveTo>
                    <a:pt x="1520" y="0"/>
                  </a:moveTo>
                  <a:lnTo>
                    <a:pt x="838" y="652"/>
                  </a:lnTo>
                  <a:cubicBezTo>
                    <a:pt x="1" y="1489"/>
                    <a:pt x="1" y="2823"/>
                    <a:pt x="838" y="3630"/>
                  </a:cubicBezTo>
                  <a:lnTo>
                    <a:pt x="1520" y="4312"/>
                  </a:lnTo>
                  <a:lnTo>
                    <a:pt x="2172" y="3630"/>
                  </a:lnTo>
                  <a:cubicBezTo>
                    <a:pt x="3009" y="2823"/>
                    <a:pt x="3009" y="1489"/>
                    <a:pt x="2172" y="652"/>
                  </a:cubicBezTo>
                  <a:lnTo>
                    <a:pt x="1520" y="0"/>
                  </a:lnTo>
                  <a:close/>
                </a:path>
              </a:pathLst>
            </a:custGeom>
            <a:solidFill>
              <a:srgbClr val="D8EC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33" name="Google Shape;433;p29"/>
            <p:cNvSpPr/>
            <p:nvPr/>
          </p:nvSpPr>
          <p:spPr>
            <a:xfrm>
              <a:off x="4033163" y="2247250"/>
              <a:ext cx="293150" cy="349025"/>
            </a:xfrm>
            <a:custGeom>
              <a:avLst/>
              <a:gdLst/>
              <a:ahLst/>
              <a:cxnLst/>
              <a:rect l="l" t="t" r="r" b="b"/>
              <a:pathLst>
                <a:path w="11726" h="13961" extrusionOk="0">
                  <a:moveTo>
                    <a:pt x="8065" y="1863"/>
                  </a:moveTo>
                  <a:lnTo>
                    <a:pt x="8065" y="3507"/>
                  </a:lnTo>
                  <a:lnTo>
                    <a:pt x="5088" y="3507"/>
                  </a:lnTo>
                  <a:lnTo>
                    <a:pt x="5088" y="1863"/>
                  </a:lnTo>
                  <a:close/>
                  <a:moveTo>
                    <a:pt x="8096" y="4034"/>
                  </a:moveTo>
                  <a:lnTo>
                    <a:pt x="8096" y="5120"/>
                  </a:lnTo>
                  <a:cubicBezTo>
                    <a:pt x="8096" y="5213"/>
                    <a:pt x="8158" y="5306"/>
                    <a:pt x="8252" y="5368"/>
                  </a:cubicBezTo>
                  <a:cubicBezTo>
                    <a:pt x="10082" y="6144"/>
                    <a:pt x="11105" y="8098"/>
                    <a:pt x="10702" y="10052"/>
                  </a:cubicBezTo>
                  <a:cubicBezTo>
                    <a:pt x="10299" y="12037"/>
                    <a:pt x="8593" y="13433"/>
                    <a:pt x="6607" y="13433"/>
                  </a:cubicBezTo>
                  <a:cubicBezTo>
                    <a:pt x="2017" y="13433"/>
                    <a:pt x="745" y="7167"/>
                    <a:pt x="4932" y="5368"/>
                  </a:cubicBezTo>
                  <a:cubicBezTo>
                    <a:pt x="5025" y="5306"/>
                    <a:pt x="5119" y="5213"/>
                    <a:pt x="5119" y="5120"/>
                  </a:cubicBezTo>
                  <a:lnTo>
                    <a:pt x="5119" y="4034"/>
                  </a:lnTo>
                  <a:close/>
                  <a:moveTo>
                    <a:pt x="7857" y="1"/>
                  </a:moveTo>
                  <a:cubicBezTo>
                    <a:pt x="7576" y="1"/>
                    <a:pt x="7576" y="561"/>
                    <a:pt x="7857" y="561"/>
                  </a:cubicBezTo>
                  <a:cubicBezTo>
                    <a:pt x="7864" y="561"/>
                    <a:pt x="7872" y="561"/>
                    <a:pt x="7879" y="560"/>
                  </a:cubicBezTo>
                  <a:lnTo>
                    <a:pt x="8624" y="560"/>
                  </a:lnTo>
                  <a:cubicBezTo>
                    <a:pt x="9120" y="560"/>
                    <a:pt x="9120" y="1336"/>
                    <a:pt x="8624" y="1336"/>
                  </a:cubicBezTo>
                  <a:lnTo>
                    <a:pt x="4560" y="1336"/>
                  </a:lnTo>
                  <a:cubicBezTo>
                    <a:pt x="4033" y="1336"/>
                    <a:pt x="4033" y="560"/>
                    <a:pt x="4560" y="560"/>
                  </a:cubicBezTo>
                  <a:lnTo>
                    <a:pt x="5429" y="560"/>
                  </a:lnTo>
                  <a:cubicBezTo>
                    <a:pt x="5739" y="529"/>
                    <a:pt x="5739" y="33"/>
                    <a:pt x="5429" y="2"/>
                  </a:cubicBezTo>
                  <a:lnTo>
                    <a:pt x="4591" y="2"/>
                  </a:lnTo>
                  <a:cubicBezTo>
                    <a:pt x="3350" y="2"/>
                    <a:pt x="3350" y="1863"/>
                    <a:pt x="4591" y="1863"/>
                  </a:cubicBezTo>
                  <a:lnTo>
                    <a:pt x="4591" y="4934"/>
                  </a:lnTo>
                  <a:cubicBezTo>
                    <a:pt x="0" y="7105"/>
                    <a:pt x="1551" y="13960"/>
                    <a:pt x="6607" y="13960"/>
                  </a:cubicBezTo>
                  <a:cubicBezTo>
                    <a:pt x="8841" y="13960"/>
                    <a:pt x="10764" y="12441"/>
                    <a:pt x="11229" y="10269"/>
                  </a:cubicBezTo>
                  <a:cubicBezTo>
                    <a:pt x="11726" y="8098"/>
                    <a:pt x="10640" y="5895"/>
                    <a:pt x="8655" y="4934"/>
                  </a:cubicBezTo>
                  <a:lnTo>
                    <a:pt x="8624" y="4934"/>
                  </a:lnTo>
                  <a:lnTo>
                    <a:pt x="8624" y="1863"/>
                  </a:lnTo>
                  <a:cubicBezTo>
                    <a:pt x="9865" y="1863"/>
                    <a:pt x="9865" y="2"/>
                    <a:pt x="8624" y="2"/>
                  </a:cubicBezTo>
                  <a:lnTo>
                    <a:pt x="7879" y="2"/>
                  </a:lnTo>
                  <a:cubicBezTo>
                    <a:pt x="7872" y="1"/>
                    <a:pt x="7864" y="1"/>
                    <a:pt x="785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34" name="Google Shape;434;p29"/>
            <p:cNvSpPr/>
            <p:nvPr/>
          </p:nvSpPr>
          <p:spPr>
            <a:xfrm>
              <a:off x="4191363" y="2247275"/>
              <a:ext cx="15525" cy="14000"/>
            </a:xfrm>
            <a:custGeom>
              <a:avLst/>
              <a:gdLst/>
              <a:ahLst/>
              <a:cxnLst/>
              <a:rect l="l" t="t" r="r" b="b"/>
              <a:pathLst>
                <a:path w="621" h="560" extrusionOk="0">
                  <a:moveTo>
                    <a:pt x="311" y="1"/>
                  </a:moveTo>
                  <a:cubicBezTo>
                    <a:pt x="248" y="1"/>
                    <a:pt x="155" y="32"/>
                    <a:pt x="124" y="94"/>
                  </a:cubicBezTo>
                  <a:cubicBezTo>
                    <a:pt x="0" y="187"/>
                    <a:pt x="0" y="373"/>
                    <a:pt x="124" y="466"/>
                  </a:cubicBezTo>
                  <a:cubicBezTo>
                    <a:pt x="155" y="528"/>
                    <a:pt x="248" y="559"/>
                    <a:pt x="311" y="559"/>
                  </a:cubicBezTo>
                  <a:cubicBezTo>
                    <a:pt x="373" y="559"/>
                    <a:pt x="466" y="528"/>
                    <a:pt x="497" y="466"/>
                  </a:cubicBezTo>
                  <a:cubicBezTo>
                    <a:pt x="621" y="373"/>
                    <a:pt x="621" y="187"/>
                    <a:pt x="497" y="94"/>
                  </a:cubicBezTo>
                  <a:cubicBezTo>
                    <a:pt x="466" y="32"/>
                    <a:pt x="373" y="1"/>
                    <a:pt x="31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35" name="Google Shape;435;p29"/>
            <p:cNvSpPr/>
            <p:nvPr/>
          </p:nvSpPr>
          <p:spPr>
            <a:xfrm>
              <a:off x="4114588" y="2382025"/>
              <a:ext cx="165975" cy="166950"/>
            </a:xfrm>
            <a:custGeom>
              <a:avLst/>
              <a:gdLst/>
              <a:ahLst/>
              <a:cxnLst/>
              <a:rect l="l" t="t" r="r" b="b"/>
              <a:pathLst>
                <a:path w="6639" h="6678" extrusionOk="0">
                  <a:moveTo>
                    <a:pt x="3350" y="660"/>
                  </a:moveTo>
                  <a:lnTo>
                    <a:pt x="3816" y="1125"/>
                  </a:lnTo>
                  <a:cubicBezTo>
                    <a:pt x="4529" y="1838"/>
                    <a:pt x="4529" y="3017"/>
                    <a:pt x="3816" y="3730"/>
                  </a:cubicBezTo>
                  <a:lnTo>
                    <a:pt x="3599" y="3948"/>
                  </a:lnTo>
                  <a:lnTo>
                    <a:pt x="3599" y="2428"/>
                  </a:lnTo>
                  <a:cubicBezTo>
                    <a:pt x="3599" y="2242"/>
                    <a:pt x="3467" y="2148"/>
                    <a:pt x="3335" y="2148"/>
                  </a:cubicBezTo>
                  <a:cubicBezTo>
                    <a:pt x="3203" y="2148"/>
                    <a:pt x="3071" y="2242"/>
                    <a:pt x="3071" y="2428"/>
                  </a:cubicBezTo>
                  <a:lnTo>
                    <a:pt x="3071" y="3948"/>
                  </a:lnTo>
                  <a:lnTo>
                    <a:pt x="2854" y="3730"/>
                  </a:lnTo>
                  <a:cubicBezTo>
                    <a:pt x="2141" y="3017"/>
                    <a:pt x="2141" y="1838"/>
                    <a:pt x="2854" y="1125"/>
                  </a:cubicBezTo>
                  <a:lnTo>
                    <a:pt x="2854" y="1156"/>
                  </a:lnTo>
                  <a:lnTo>
                    <a:pt x="3350" y="660"/>
                  </a:lnTo>
                  <a:close/>
                  <a:moveTo>
                    <a:pt x="1210" y="3637"/>
                  </a:moveTo>
                  <a:cubicBezTo>
                    <a:pt x="2234" y="3637"/>
                    <a:pt x="3040" y="4444"/>
                    <a:pt x="3040" y="5468"/>
                  </a:cubicBezTo>
                  <a:lnTo>
                    <a:pt x="3040" y="5747"/>
                  </a:lnTo>
                  <a:lnTo>
                    <a:pt x="1986" y="4692"/>
                  </a:lnTo>
                  <a:cubicBezTo>
                    <a:pt x="1928" y="4634"/>
                    <a:pt x="1862" y="4610"/>
                    <a:pt x="1798" y="4610"/>
                  </a:cubicBezTo>
                  <a:cubicBezTo>
                    <a:pt x="1587" y="4610"/>
                    <a:pt x="1399" y="4874"/>
                    <a:pt x="1613" y="5064"/>
                  </a:cubicBezTo>
                  <a:lnTo>
                    <a:pt x="2668" y="6150"/>
                  </a:lnTo>
                  <a:lnTo>
                    <a:pt x="2389" y="6150"/>
                  </a:lnTo>
                  <a:cubicBezTo>
                    <a:pt x="1365" y="6150"/>
                    <a:pt x="528" y="5312"/>
                    <a:pt x="528" y="4289"/>
                  </a:cubicBezTo>
                  <a:lnTo>
                    <a:pt x="528" y="4289"/>
                  </a:lnTo>
                  <a:lnTo>
                    <a:pt x="559" y="4320"/>
                  </a:lnTo>
                  <a:lnTo>
                    <a:pt x="559" y="3637"/>
                  </a:lnTo>
                  <a:close/>
                  <a:moveTo>
                    <a:pt x="6111" y="3637"/>
                  </a:moveTo>
                  <a:lnTo>
                    <a:pt x="6111" y="4320"/>
                  </a:lnTo>
                  <a:cubicBezTo>
                    <a:pt x="6111" y="5312"/>
                    <a:pt x="5274" y="6150"/>
                    <a:pt x="4281" y="6150"/>
                  </a:cubicBezTo>
                  <a:lnTo>
                    <a:pt x="3971" y="6150"/>
                  </a:lnTo>
                  <a:lnTo>
                    <a:pt x="5057" y="5095"/>
                  </a:lnTo>
                  <a:cubicBezTo>
                    <a:pt x="5226" y="4878"/>
                    <a:pt x="5038" y="4623"/>
                    <a:pt x="4829" y="4623"/>
                  </a:cubicBezTo>
                  <a:cubicBezTo>
                    <a:pt x="4769" y="4623"/>
                    <a:pt x="4708" y="4644"/>
                    <a:pt x="4653" y="4692"/>
                  </a:cubicBezTo>
                  <a:lnTo>
                    <a:pt x="3599" y="5778"/>
                  </a:lnTo>
                  <a:lnTo>
                    <a:pt x="3599" y="5468"/>
                  </a:lnTo>
                  <a:cubicBezTo>
                    <a:pt x="3599" y="4475"/>
                    <a:pt x="4405" y="3637"/>
                    <a:pt x="5429" y="3637"/>
                  </a:cubicBezTo>
                  <a:close/>
                  <a:moveTo>
                    <a:pt x="3319" y="0"/>
                  </a:moveTo>
                  <a:cubicBezTo>
                    <a:pt x="3250" y="0"/>
                    <a:pt x="3180" y="24"/>
                    <a:pt x="3133" y="70"/>
                  </a:cubicBezTo>
                  <a:lnTo>
                    <a:pt x="2451" y="753"/>
                  </a:lnTo>
                  <a:cubicBezTo>
                    <a:pt x="1831" y="1373"/>
                    <a:pt x="1613" y="2335"/>
                    <a:pt x="1893" y="3172"/>
                  </a:cubicBezTo>
                  <a:cubicBezTo>
                    <a:pt x="1675" y="3110"/>
                    <a:pt x="1427" y="3079"/>
                    <a:pt x="1210" y="3079"/>
                  </a:cubicBezTo>
                  <a:lnTo>
                    <a:pt x="280" y="3079"/>
                  </a:lnTo>
                  <a:cubicBezTo>
                    <a:pt x="124" y="3079"/>
                    <a:pt x="0" y="3203"/>
                    <a:pt x="0" y="3358"/>
                  </a:cubicBezTo>
                  <a:lnTo>
                    <a:pt x="0" y="4289"/>
                  </a:lnTo>
                  <a:cubicBezTo>
                    <a:pt x="0" y="5623"/>
                    <a:pt x="1055" y="6677"/>
                    <a:pt x="2389" y="6677"/>
                  </a:cubicBezTo>
                  <a:lnTo>
                    <a:pt x="4281" y="6677"/>
                  </a:lnTo>
                  <a:cubicBezTo>
                    <a:pt x="5584" y="6677"/>
                    <a:pt x="6639" y="5623"/>
                    <a:pt x="6639" y="4289"/>
                  </a:cubicBezTo>
                  <a:lnTo>
                    <a:pt x="6639" y="3358"/>
                  </a:lnTo>
                  <a:cubicBezTo>
                    <a:pt x="6639" y="3203"/>
                    <a:pt x="6514" y="3079"/>
                    <a:pt x="6390" y="3079"/>
                  </a:cubicBezTo>
                  <a:lnTo>
                    <a:pt x="5429" y="3079"/>
                  </a:lnTo>
                  <a:cubicBezTo>
                    <a:pt x="5212" y="3079"/>
                    <a:pt x="4995" y="3110"/>
                    <a:pt x="4777" y="3172"/>
                  </a:cubicBezTo>
                  <a:cubicBezTo>
                    <a:pt x="4839" y="2924"/>
                    <a:pt x="4870" y="2676"/>
                    <a:pt x="4870" y="2428"/>
                  </a:cubicBezTo>
                  <a:cubicBezTo>
                    <a:pt x="4870" y="1807"/>
                    <a:pt x="4622" y="1187"/>
                    <a:pt x="4188" y="753"/>
                  </a:cubicBezTo>
                  <a:lnTo>
                    <a:pt x="3506" y="70"/>
                  </a:lnTo>
                  <a:cubicBezTo>
                    <a:pt x="3459" y="24"/>
                    <a:pt x="3389" y="0"/>
                    <a:pt x="331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grpSp>
      <p:cxnSp>
        <p:nvCxnSpPr>
          <p:cNvPr id="436" name="Google Shape;436;p29"/>
          <p:cNvCxnSpPr>
            <a:cxnSpLocks/>
            <a:stCxn id="388" idx="3"/>
            <a:endCxn id="382" idx="1"/>
          </p:cNvCxnSpPr>
          <p:nvPr/>
        </p:nvCxnSpPr>
        <p:spPr>
          <a:xfrm>
            <a:off x="2897100" y="3671950"/>
            <a:ext cx="511119" cy="204095"/>
          </a:xfrm>
          <a:prstGeom prst="straightConnector1">
            <a:avLst/>
          </a:prstGeom>
          <a:noFill/>
          <a:ln w="19050" cap="flat" cmpd="sng">
            <a:solidFill>
              <a:schemeClr val="dk1"/>
            </a:solidFill>
            <a:prstDash val="dot"/>
            <a:round/>
            <a:headEnd type="none" w="med" len="med"/>
            <a:tailEnd type="triangle" w="med" len="med"/>
          </a:ln>
        </p:spPr>
      </p:cxnSp>
      <p:cxnSp>
        <p:nvCxnSpPr>
          <p:cNvPr id="437" name="Google Shape;437;p29"/>
          <p:cNvCxnSpPr>
            <a:cxnSpLocks/>
            <a:stCxn id="382" idx="3"/>
            <a:endCxn id="376" idx="1"/>
          </p:cNvCxnSpPr>
          <p:nvPr/>
        </p:nvCxnSpPr>
        <p:spPr>
          <a:xfrm flipV="1">
            <a:off x="5913268" y="3671950"/>
            <a:ext cx="328651" cy="204095"/>
          </a:xfrm>
          <a:prstGeom prst="straightConnector1">
            <a:avLst/>
          </a:prstGeom>
          <a:noFill/>
          <a:ln w="19050" cap="flat" cmpd="sng">
            <a:solidFill>
              <a:schemeClr val="dk1"/>
            </a:solidFill>
            <a:prstDash val="dot"/>
            <a:round/>
            <a:headEnd type="none" w="med" len="med"/>
            <a:tailEnd type="triangle" w="med" len="med"/>
          </a:ln>
        </p:spPr>
      </p:cxnSp>
      <p:sp>
        <p:nvSpPr>
          <p:cNvPr id="3" name="ZoneTexte 2">
            <a:extLst>
              <a:ext uri="{FF2B5EF4-FFF2-40B4-BE49-F238E27FC236}">
                <a16:creationId xmlns:a16="http://schemas.microsoft.com/office/drawing/2014/main" id="{6003BD1D-407C-5C16-9BE6-051BD2DBA861}"/>
              </a:ext>
            </a:extLst>
          </p:cNvPr>
          <p:cNvSpPr txBox="1"/>
          <p:nvPr/>
        </p:nvSpPr>
        <p:spPr>
          <a:xfrm>
            <a:off x="878296" y="2574213"/>
            <a:ext cx="2018804" cy="2031325"/>
          </a:xfrm>
          <a:prstGeom prst="rect">
            <a:avLst/>
          </a:prstGeom>
          <a:noFill/>
        </p:spPr>
        <p:txBody>
          <a:bodyPr wrap="square">
            <a:spAutoFit/>
          </a:bodyPr>
          <a:lstStyle/>
          <a:p>
            <a:r>
              <a:rPr lang="fr-FR" dirty="0">
                <a:solidFill>
                  <a:srgbClr val="333333"/>
                </a:solidFill>
                <a:latin typeface="Georgia" panose="02040502050405020303" pitchFamily="18" charset="0"/>
              </a:rPr>
              <a:t>A</a:t>
            </a:r>
            <a:r>
              <a:rPr lang="fr-FR" b="0" i="0" dirty="0">
                <a:solidFill>
                  <a:srgbClr val="333333"/>
                </a:solidFill>
                <a:effectLst/>
                <a:latin typeface="Georgia" panose="02040502050405020303" pitchFamily="18" charset="0"/>
              </a:rPr>
              <a:t>CV est particulièrement utile pour les entreprises qui sont désormais soumises à des </a:t>
            </a:r>
            <a:r>
              <a:rPr lang="fr-FR" b="1" i="0" dirty="0">
                <a:solidFill>
                  <a:srgbClr val="333333"/>
                </a:solidFill>
                <a:effectLst/>
                <a:latin typeface="Georgia" panose="02040502050405020303" pitchFamily="18" charset="0"/>
              </a:rPr>
              <a:t>obligations de </a:t>
            </a:r>
            <a:r>
              <a:rPr lang="fr-FR" b="1" i="0" dirty="0" err="1">
                <a:solidFill>
                  <a:srgbClr val="333333"/>
                </a:solidFill>
                <a:effectLst/>
                <a:latin typeface="Georgia" panose="02040502050405020303" pitchFamily="18" charset="0"/>
              </a:rPr>
              <a:t>reporting</a:t>
            </a:r>
            <a:r>
              <a:rPr lang="fr-FR" b="1" i="0" dirty="0">
                <a:solidFill>
                  <a:srgbClr val="333333"/>
                </a:solidFill>
                <a:effectLst/>
                <a:latin typeface="Georgia" panose="02040502050405020303" pitchFamily="18" charset="0"/>
              </a:rPr>
              <a:t> de leurs impacts environnementaux</a:t>
            </a:r>
            <a:endParaRPr lang="en-US" b="1" dirty="0">
              <a:latin typeface="Georgia" panose="02040502050405020303"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30"/>
          <p:cNvSpPr txBox="1">
            <a:spLocks noGrp="1"/>
          </p:cNvSpPr>
          <p:nvPr>
            <p:ph type="title"/>
          </p:nvPr>
        </p:nvSpPr>
        <p:spPr>
          <a:xfrm>
            <a:off x="457200" y="457200"/>
            <a:ext cx="82296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b="1" dirty="0">
                <a:latin typeface="Georgia" panose="02040502050405020303" pitchFamily="18" charset="0"/>
              </a:rPr>
              <a:t>C</a:t>
            </a:r>
            <a:r>
              <a:rPr lang="en" b="1" dirty="0">
                <a:latin typeface="Georgia" panose="02040502050405020303" pitchFamily="18" charset="0"/>
              </a:rPr>
              <a:t>ycle de vie de produit</a:t>
            </a:r>
            <a:endParaRPr b="1" dirty="0">
              <a:latin typeface="Georgia" panose="02040502050405020303" pitchFamily="18" charset="0"/>
            </a:endParaRPr>
          </a:p>
        </p:txBody>
      </p:sp>
      <p:sp>
        <p:nvSpPr>
          <p:cNvPr id="443" name="Google Shape;443;p30"/>
          <p:cNvSpPr/>
          <p:nvPr/>
        </p:nvSpPr>
        <p:spPr>
          <a:xfrm>
            <a:off x="3022514" y="1408001"/>
            <a:ext cx="3101100" cy="3101100"/>
          </a:xfrm>
          <a:prstGeom prst="ellipse">
            <a:avLst/>
          </a:prstGeom>
          <a:noFill/>
          <a:ln w="19050" cap="flat" cmpd="sng">
            <a:solidFill>
              <a:schemeClr val="dk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44" name="Google Shape;444;p30"/>
          <p:cNvSpPr/>
          <p:nvPr/>
        </p:nvSpPr>
        <p:spPr>
          <a:xfrm>
            <a:off x="3202103" y="3774162"/>
            <a:ext cx="703200" cy="703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45" name="Google Shape;445;p30"/>
          <p:cNvSpPr/>
          <p:nvPr/>
        </p:nvSpPr>
        <p:spPr>
          <a:xfrm>
            <a:off x="3202100" y="1439841"/>
            <a:ext cx="703200" cy="703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Georgia" panose="02040502050405020303" pitchFamily="18" charset="0"/>
            </a:endParaRPr>
          </a:p>
        </p:txBody>
      </p:sp>
      <p:sp>
        <p:nvSpPr>
          <p:cNvPr id="446" name="Google Shape;446;p30"/>
          <p:cNvSpPr/>
          <p:nvPr/>
        </p:nvSpPr>
        <p:spPr>
          <a:xfrm>
            <a:off x="2610191" y="2579199"/>
            <a:ext cx="703200" cy="703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Georgia" panose="02040502050405020303" pitchFamily="18" charset="0"/>
            </a:endParaRPr>
          </a:p>
        </p:txBody>
      </p:sp>
      <p:sp>
        <p:nvSpPr>
          <p:cNvPr id="447" name="Google Shape;447;p30"/>
          <p:cNvSpPr/>
          <p:nvPr/>
        </p:nvSpPr>
        <p:spPr>
          <a:xfrm>
            <a:off x="3666539" y="2063286"/>
            <a:ext cx="1790100" cy="17901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grpSp>
        <p:nvGrpSpPr>
          <p:cNvPr id="448" name="Google Shape;448;p30"/>
          <p:cNvGrpSpPr/>
          <p:nvPr/>
        </p:nvGrpSpPr>
        <p:grpSpPr>
          <a:xfrm>
            <a:off x="528534" y="1281372"/>
            <a:ext cx="2088600" cy="914400"/>
            <a:chOff x="457200" y="1328075"/>
            <a:chExt cx="2088600" cy="914400"/>
          </a:xfrm>
        </p:grpSpPr>
        <p:sp>
          <p:nvSpPr>
            <p:cNvPr id="449" name="Google Shape;449;p30"/>
            <p:cNvSpPr/>
            <p:nvPr/>
          </p:nvSpPr>
          <p:spPr>
            <a:xfrm>
              <a:off x="457200" y="1328075"/>
              <a:ext cx="2088600" cy="914400"/>
            </a:xfrm>
            <a:prstGeom prst="roundRect">
              <a:avLst>
                <a:gd name="adj" fmla="val 16667"/>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50" name="Google Shape;450;p30"/>
            <p:cNvSpPr txBox="1"/>
            <p:nvPr/>
          </p:nvSpPr>
          <p:spPr>
            <a:xfrm>
              <a:off x="576454" y="1546839"/>
              <a:ext cx="1782600" cy="335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600" b="1" dirty="0">
                  <a:latin typeface="Georgia" panose="02040502050405020303" pitchFamily="18" charset="0"/>
                  <a:ea typeface="Fira Sans Extra Condensed SemiBold"/>
                  <a:cs typeface="Fira Sans Extra Condensed SemiBold"/>
                  <a:sym typeface="Fira Sans Extra Condensed SemiBold"/>
                </a:rPr>
                <a:t>F</a:t>
              </a:r>
              <a:r>
                <a:rPr lang="en-US" sz="1600" b="1" dirty="0">
                  <a:solidFill>
                    <a:srgbClr val="000000"/>
                  </a:solidFill>
                  <a:latin typeface="Georgia" panose="02040502050405020303" pitchFamily="18" charset="0"/>
                  <a:ea typeface="Fira Sans Extra Condensed SemiBold"/>
                  <a:cs typeface="Fira Sans Extra Condensed SemiBold"/>
                  <a:sym typeface="Fira Sans Extra Condensed SemiBold"/>
                </a:rPr>
                <a:t>abrication</a:t>
              </a:r>
              <a:endParaRPr sz="1600" b="1" dirty="0">
                <a:solidFill>
                  <a:srgbClr val="000000"/>
                </a:solidFill>
                <a:latin typeface="Georgia" panose="02040502050405020303" pitchFamily="18" charset="0"/>
                <a:ea typeface="Fira Sans Extra Condensed SemiBold"/>
                <a:cs typeface="Fira Sans Extra Condensed SemiBold"/>
                <a:sym typeface="Fira Sans Extra Condensed SemiBold"/>
              </a:endParaRPr>
            </a:p>
          </p:txBody>
        </p:sp>
      </p:grpSp>
      <p:grpSp>
        <p:nvGrpSpPr>
          <p:cNvPr id="452" name="Google Shape;452;p30"/>
          <p:cNvGrpSpPr/>
          <p:nvPr/>
        </p:nvGrpSpPr>
        <p:grpSpPr>
          <a:xfrm>
            <a:off x="457200" y="2519569"/>
            <a:ext cx="2295337" cy="914400"/>
            <a:chOff x="457200" y="2519569"/>
            <a:chExt cx="2295337" cy="914400"/>
          </a:xfrm>
        </p:grpSpPr>
        <p:sp>
          <p:nvSpPr>
            <p:cNvPr id="453" name="Google Shape;453;p30"/>
            <p:cNvSpPr/>
            <p:nvPr/>
          </p:nvSpPr>
          <p:spPr>
            <a:xfrm>
              <a:off x="457200" y="2519569"/>
              <a:ext cx="2088600" cy="914400"/>
            </a:xfrm>
            <a:prstGeom prst="roundRect">
              <a:avLst>
                <a:gd name="adj" fmla="val 16667"/>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54" name="Google Shape;454;p30"/>
            <p:cNvSpPr txBox="1"/>
            <p:nvPr/>
          </p:nvSpPr>
          <p:spPr>
            <a:xfrm>
              <a:off x="525360" y="2770696"/>
              <a:ext cx="2227177" cy="335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600" b="1" dirty="0">
                  <a:latin typeface="Georgia" panose="02040502050405020303" pitchFamily="18" charset="0"/>
                  <a:ea typeface="Fira Sans Extra Condensed SemiBold"/>
                  <a:cs typeface="Fira Sans Extra Condensed SemiBold"/>
                  <a:sym typeface="Fira Sans Extra Condensed SemiBold"/>
                </a:rPr>
                <a:t>Matière premiere</a:t>
              </a:r>
              <a:endParaRPr sz="1600" b="1" dirty="0">
                <a:solidFill>
                  <a:srgbClr val="000000"/>
                </a:solidFill>
                <a:latin typeface="Georgia" panose="02040502050405020303" pitchFamily="18" charset="0"/>
                <a:ea typeface="Fira Sans Extra Condensed SemiBold"/>
                <a:cs typeface="Fira Sans Extra Condensed SemiBold"/>
                <a:sym typeface="Fira Sans Extra Condensed SemiBold"/>
              </a:endParaRPr>
            </a:p>
          </p:txBody>
        </p:sp>
      </p:grpSp>
      <p:grpSp>
        <p:nvGrpSpPr>
          <p:cNvPr id="456" name="Google Shape;456;p30"/>
          <p:cNvGrpSpPr/>
          <p:nvPr/>
        </p:nvGrpSpPr>
        <p:grpSpPr>
          <a:xfrm>
            <a:off x="457200" y="3666674"/>
            <a:ext cx="2088600" cy="914400"/>
            <a:chOff x="457200" y="3666674"/>
            <a:chExt cx="2088600" cy="914400"/>
          </a:xfrm>
        </p:grpSpPr>
        <p:sp>
          <p:nvSpPr>
            <p:cNvPr id="457" name="Google Shape;457;p30"/>
            <p:cNvSpPr/>
            <p:nvPr/>
          </p:nvSpPr>
          <p:spPr>
            <a:xfrm>
              <a:off x="457200" y="3666674"/>
              <a:ext cx="2088600" cy="914400"/>
            </a:xfrm>
            <a:prstGeom prst="roundRect">
              <a:avLst>
                <a:gd name="adj" fmla="val 16667"/>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58" name="Google Shape;458;p30"/>
            <p:cNvSpPr txBox="1"/>
            <p:nvPr/>
          </p:nvSpPr>
          <p:spPr>
            <a:xfrm>
              <a:off x="715781" y="3898150"/>
              <a:ext cx="1822726" cy="38817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b="1" dirty="0">
                  <a:latin typeface="Georgia" panose="02040502050405020303" pitchFamily="18" charset="0"/>
                  <a:ea typeface="Fira Sans Extra Condensed SemiBold"/>
                  <a:cs typeface="Fira Sans Extra Condensed SemiBold"/>
                  <a:sym typeface="Fira Sans Extra Condensed SemiBold"/>
                </a:rPr>
                <a:t>Conception</a:t>
              </a:r>
              <a:endParaRPr sz="1600" b="1" dirty="0">
                <a:solidFill>
                  <a:srgbClr val="000000"/>
                </a:solidFill>
                <a:latin typeface="Georgia" panose="02040502050405020303" pitchFamily="18" charset="0"/>
                <a:ea typeface="Fira Sans Extra Condensed SemiBold"/>
                <a:cs typeface="Fira Sans Extra Condensed SemiBold"/>
                <a:sym typeface="Fira Sans Extra Condensed SemiBold"/>
              </a:endParaRPr>
            </a:p>
          </p:txBody>
        </p:sp>
      </p:grpSp>
      <p:grpSp>
        <p:nvGrpSpPr>
          <p:cNvPr id="460" name="Google Shape;460;p30"/>
          <p:cNvGrpSpPr/>
          <p:nvPr/>
        </p:nvGrpSpPr>
        <p:grpSpPr>
          <a:xfrm>
            <a:off x="5488025" y="1295202"/>
            <a:ext cx="3208196" cy="914400"/>
            <a:chOff x="5481104" y="1328075"/>
            <a:chExt cx="3208196" cy="914400"/>
          </a:xfrm>
        </p:grpSpPr>
        <p:sp>
          <p:nvSpPr>
            <p:cNvPr id="461" name="Google Shape;461;p30"/>
            <p:cNvSpPr/>
            <p:nvPr/>
          </p:nvSpPr>
          <p:spPr>
            <a:xfrm>
              <a:off x="6600700" y="1328075"/>
              <a:ext cx="2088600" cy="914400"/>
            </a:xfrm>
            <a:prstGeom prst="roundRect">
              <a:avLst>
                <a:gd name="adj" fmla="val 16667"/>
              </a:avLst>
            </a:prstGeom>
            <a:solidFill>
              <a:srgbClr val="EFEFEF"/>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dirty="0">
                <a:latin typeface="Georgia" panose="02040502050405020303" pitchFamily="18" charset="0"/>
              </a:endParaRPr>
            </a:p>
          </p:txBody>
        </p:sp>
        <p:sp>
          <p:nvSpPr>
            <p:cNvPr id="462" name="Google Shape;462;p30"/>
            <p:cNvSpPr txBox="1"/>
            <p:nvPr/>
          </p:nvSpPr>
          <p:spPr>
            <a:xfrm>
              <a:off x="5481104" y="1475666"/>
              <a:ext cx="2667664" cy="631162"/>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fr-FR" sz="1600" b="1" dirty="0">
                  <a:latin typeface="Georgia" panose="02040502050405020303" pitchFamily="18" charset="0"/>
                  <a:ea typeface="Fira Sans Extra Condensed SemiBold"/>
                  <a:cs typeface="Fira Sans Extra Condensed SemiBold"/>
                  <a:sym typeface="Fira Sans Extra Condensed SemiBold"/>
                </a:rPr>
                <a:t>D</a:t>
              </a:r>
              <a:r>
                <a:rPr lang="fr-FR" sz="1600" b="1" dirty="0">
                  <a:solidFill>
                    <a:srgbClr val="000000"/>
                  </a:solidFill>
                  <a:latin typeface="Georgia" panose="02040502050405020303" pitchFamily="18" charset="0"/>
                  <a:ea typeface="Fira Sans Extra Condensed SemiBold"/>
                  <a:cs typeface="Fira Sans Extra Condensed SemiBold"/>
                  <a:sym typeface="Fira Sans Extra Condensed SemiBold"/>
                </a:rPr>
                <a:t>istribution</a:t>
              </a:r>
              <a:endParaRPr sz="1600" b="1" dirty="0">
                <a:solidFill>
                  <a:srgbClr val="000000"/>
                </a:solidFill>
                <a:latin typeface="Georgia" panose="02040502050405020303" pitchFamily="18" charset="0"/>
                <a:ea typeface="Fira Sans Extra Condensed SemiBold"/>
                <a:cs typeface="Fira Sans Extra Condensed SemiBold"/>
                <a:sym typeface="Fira Sans Extra Condensed SemiBold"/>
              </a:endParaRPr>
            </a:p>
          </p:txBody>
        </p:sp>
      </p:grpSp>
      <p:grpSp>
        <p:nvGrpSpPr>
          <p:cNvPr id="464" name="Google Shape;464;p30"/>
          <p:cNvGrpSpPr/>
          <p:nvPr/>
        </p:nvGrpSpPr>
        <p:grpSpPr>
          <a:xfrm>
            <a:off x="6283553" y="3698517"/>
            <a:ext cx="2545567" cy="914400"/>
            <a:chOff x="6372216" y="3666672"/>
            <a:chExt cx="2545567" cy="914400"/>
          </a:xfrm>
        </p:grpSpPr>
        <p:sp>
          <p:nvSpPr>
            <p:cNvPr id="465" name="Google Shape;465;p30"/>
            <p:cNvSpPr/>
            <p:nvPr/>
          </p:nvSpPr>
          <p:spPr>
            <a:xfrm>
              <a:off x="6600699" y="3666672"/>
              <a:ext cx="2317083" cy="914400"/>
            </a:xfrm>
            <a:prstGeom prst="roundRect">
              <a:avLst>
                <a:gd name="adj" fmla="val 16667"/>
              </a:avLst>
            </a:prstGeom>
            <a:solidFill>
              <a:srgbClr val="EFEFEF"/>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latin typeface="Georgia" panose="02040502050405020303" pitchFamily="18" charset="0"/>
              </a:endParaRPr>
            </a:p>
          </p:txBody>
        </p:sp>
        <p:sp>
          <p:nvSpPr>
            <p:cNvPr id="466" name="Google Shape;466;p30"/>
            <p:cNvSpPr txBox="1"/>
            <p:nvPr/>
          </p:nvSpPr>
          <p:spPr>
            <a:xfrm>
              <a:off x="6372216" y="3941104"/>
              <a:ext cx="2545567" cy="442255"/>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fr-FR" sz="1600" b="1" dirty="0">
                  <a:latin typeface="Georgia" panose="02040502050405020303" pitchFamily="18" charset="0"/>
                  <a:ea typeface="Fira Sans Extra Condensed SemiBold"/>
                  <a:cs typeface="Fira Sans Extra Condensed SemiBold"/>
                  <a:sym typeface="Fira Sans Extra Condensed SemiBold"/>
                </a:rPr>
                <a:t>F</a:t>
              </a:r>
              <a:r>
                <a:rPr lang="en" sz="1600" b="1" dirty="0">
                  <a:latin typeface="Georgia" panose="02040502050405020303" pitchFamily="18" charset="0"/>
                  <a:ea typeface="Fira Sans Extra Condensed SemiBold"/>
                  <a:cs typeface="Fira Sans Extra Condensed SemiBold"/>
                  <a:sym typeface="Fira Sans Extra Condensed SemiBold"/>
                </a:rPr>
                <a:t>in de vie de produit</a:t>
              </a:r>
              <a:endParaRPr sz="1600" b="1" dirty="0">
                <a:solidFill>
                  <a:srgbClr val="000000"/>
                </a:solidFill>
                <a:latin typeface="Georgia" panose="02040502050405020303" pitchFamily="18" charset="0"/>
                <a:ea typeface="Fira Sans Extra Condensed SemiBold"/>
                <a:cs typeface="Fira Sans Extra Condensed SemiBold"/>
                <a:sym typeface="Fira Sans Extra Condensed SemiBold"/>
              </a:endParaRPr>
            </a:p>
          </p:txBody>
        </p:sp>
      </p:grpSp>
      <p:grpSp>
        <p:nvGrpSpPr>
          <p:cNvPr id="468" name="Google Shape;468;p30"/>
          <p:cNvGrpSpPr/>
          <p:nvPr/>
        </p:nvGrpSpPr>
        <p:grpSpPr>
          <a:xfrm>
            <a:off x="6512871" y="2509987"/>
            <a:ext cx="2316248" cy="914400"/>
            <a:chOff x="6505950" y="2473725"/>
            <a:chExt cx="2138978" cy="914400"/>
          </a:xfrm>
        </p:grpSpPr>
        <p:sp>
          <p:nvSpPr>
            <p:cNvPr id="469" name="Google Shape;469;p30"/>
            <p:cNvSpPr/>
            <p:nvPr/>
          </p:nvSpPr>
          <p:spPr>
            <a:xfrm>
              <a:off x="6556328" y="2473725"/>
              <a:ext cx="2088600" cy="914400"/>
            </a:xfrm>
            <a:prstGeom prst="roundRect">
              <a:avLst>
                <a:gd name="adj" fmla="val 16667"/>
              </a:avLst>
            </a:prstGeom>
            <a:solidFill>
              <a:srgbClr val="EFEFEF"/>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dirty="0">
                <a:latin typeface="Georgia" panose="02040502050405020303" pitchFamily="18" charset="0"/>
              </a:endParaRPr>
            </a:p>
          </p:txBody>
        </p:sp>
        <p:sp>
          <p:nvSpPr>
            <p:cNvPr id="470" name="Google Shape;470;p30"/>
            <p:cNvSpPr txBox="1"/>
            <p:nvPr/>
          </p:nvSpPr>
          <p:spPr>
            <a:xfrm>
              <a:off x="6505950" y="2517741"/>
              <a:ext cx="2087765" cy="787418"/>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US" sz="1600" b="1" dirty="0" err="1">
                  <a:latin typeface="Georgia" panose="02040502050405020303" pitchFamily="18" charset="0"/>
                  <a:ea typeface="Fira Sans Extra Condensed SemiBold"/>
                  <a:cs typeface="Fira Sans Extra Condensed SemiBold"/>
                  <a:sym typeface="Fira Sans Extra Condensed SemiBold"/>
                </a:rPr>
                <a:t>U</a:t>
              </a:r>
              <a:r>
                <a:rPr lang="en-US" sz="1600" b="1" dirty="0" err="1">
                  <a:solidFill>
                    <a:srgbClr val="000000"/>
                  </a:solidFill>
                  <a:latin typeface="Georgia" panose="02040502050405020303" pitchFamily="18" charset="0"/>
                  <a:ea typeface="Fira Sans Extra Condensed SemiBold"/>
                  <a:cs typeface="Fira Sans Extra Condensed SemiBold"/>
                  <a:sym typeface="Fira Sans Extra Condensed SemiBold"/>
                </a:rPr>
                <a:t>tilisation</a:t>
              </a:r>
              <a:r>
                <a:rPr lang="en-US" sz="1600" b="1" dirty="0">
                  <a:solidFill>
                    <a:srgbClr val="000000"/>
                  </a:solidFill>
                  <a:latin typeface="Georgia" panose="02040502050405020303" pitchFamily="18" charset="0"/>
                  <a:ea typeface="Fira Sans Extra Condensed SemiBold"/>
                  <a:cs typeface="Fira Sans Extra Condensed SemiBold"/>
                  <a:sym typeface="Fira Sans Extra Condensed SemiBold"/>
                </a:rPr>
                <a:t> par le </a:t>
              </a:r>
              <a:r>
                <a:rPr lang="en-US" sz="1600" b="1" dirty="0" err="1">
                  <a:solidFill>
                    <a:srgbClr val="000000"/>
                  </a:solidFill>
                  <a:latin typeface="Georgia" panose="02040502050405020303" pitchFamily="18" charset="0"/>
                  <a:ea typeface="Fira Sans Extra Condensed SemiBold"/>
                  <a:cs typeface="Fira Sans Extra Condensed SemiBold"/>
                  <a:sym typeface="Fira Sans Extra Condensed SemiBold"/>
                </a:rPr>
                <a:t>consommateur</a:t>
              </a:r>
              <a:endParaRPr sz="1600" b="1" dirty="0">
                <a:solidFill>
                  <a:srgbClr val="000000"/>
                </a:solidFill>
                <a:latin typeface="Georgia" panose="02040502050405020303" pitchFamily="18" charset="0"/>
                <a:ea typeface="Fira Sans Extra Condensed SemiBold"/>
                <a:cs typeface="Fira Sans Extra Condensed SemiBold"/>
                <a:sym typeface="Fira Sans Extra Condensed SemiBold"/>
              </a:endParaRPr>
            </a:p>
          </p:txBody>
        </p:sp>
      </p:grpSp>
      <p:sp>
        <p:nvSpPr>
          <p:cNvPr id="472" name="Google Shape;472;p30"/>
          <p:cNvSpPr/>
          <p:nvPr/>
        </p:nvSpPr>
        <p:spPr>
          <a:xfrm flipH="1">
            <a:off x="5218122" y="3774162"/>
            <a:ext cx="703200" cy="703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Georgia" panose="02040502050405020303" pitchFamily="18" charset="0"/>
            </a:endParaRPr>
          </a:p>
        </p:txBody>
      </p:sp>
      <p:sp>
        <p:nvSpPr>
          <p:cNvPr id="473" name="Google Shape;473;p30"/>
          <p:cNvSpPr/>
          <p:nvPr/>
        </p:nvSpPr>
        <p:spPr>
          <a:xfrm flipH="1">
            <a:off x="5218125" y="1439841"/>
            <a:ext cx="703200" cy="703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Georgia" panose="02040502050405020303" pitchFamily="18" charset="0"/>
            </a:endParaRPr>
          </a:p>
        </p:txBody>
      </p:sp>
      <p:sp>
        <p:nvSpPr>
          <p:cNvPr id="474" name="Google Shape;474;p30"/>
          <p:cNvSpPr/>
          <p:nvPr/>
        </p:nvSpPr>
        <p:spPr>
          <a:xfrm flipH="1">
            <a:off x="5757625" y="2607009"/>
            <a:ext cx="703200" cy="703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Georgia" panose="02040502050405020303" pitchFamily="18" charset="0"/>
            </a:endParaRPr>
          </a:p>
        </p:txBody>
      </p:sp>
      <p:grpSp>
        <p:nvGrpSpPr>
          <p:cNvPr id="475" name="Google Shape;475;p30"/>
          <p:cNvGrpSpPr/>
          <p:nvPr/>
        </p:nvGrpSpPr>
        <p:grpSpPr>
          <a:xfrm>
            <a:off x="3470780" y="3942734"/>
            <a:ext cx="166888" cy="302813"/>
            <a:chOff x="7135863" y="3920775"/>
            <a:chExt cx="152800" cy="277250"/>
          </a:xfrm>
        </p:grpSpPr>
        <p:sp>
          <p:nvSpPr>
            <p:cNvPr id="478" name="Google Shape;478;p30"/>
            <p:cNvSpPr/>
            <p:nvPr/>
          </p:nvSpPr>
          <p:spPr>
            <a:xfrm>
              <a:off x="7211863" y="3920775"/>
              <a:ext cx="76800" cy="76000"/>
            </a:xfrm>
            <a:custGeom>
              <a:avLst/>
              <a:gdLst/>
              <a:ahLst/>
              <a:cxnLst/>
              <a:rect l="l" t="t" r="r" b="b"/>
              <a:pathLst>
                <a:path w="3072" h="3040" extrusionOk="0">
                  <a:moveTo>
                    <a:pt x="2110" y="0"/>
                  </a:moveTo>
                  <a:cubicBezTo>
                    <a:pt x="962" y="0"/>
                    <a:pt x="1" y="931"/>
                    <a:pt x="1" y="2109"/>
                  </a:cubicBezTo>
                  <a:lnTo>
                    <a:pt x="1" y="3040"/>
                  </a:lnTo>
                  <a:lnTo>
                    <a:pt x="962" y="3040"/>
                  </a:lnTo>
                  <a:cubicBezTo>
                    <a:pt x="2110" y="3040"/>
                    <a:pt x="3071" y="2109"/>
                    <a:pt x="3071" y="931"/>
                  </a:cubicBezTo>
                  <a:lnTo>
                    <a:pt x="3071" y="0"/>
                  </a:lnTo>
                  <a:close/>
                </a:path>
              </a:pathLst>
            </a:custGeom>
            <a:solidFill>
              <a:srgbClr val="D8EC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79" name="Google Shape;479;p30"/>
            <p:cNvSpPr/>
            <p:nvPr/>
          </p:nvSpPr>
          <p:spPr>
            <a:xfrm>
              <a:off x="7135863" y="3920775"/>
              <a:ext cx="76025" cy="76000"/>
            </a:xfrm>
            <a:custGeom>
              <a:avLst/>
              <a:gdLst/>
              <a:ahLst/>
              <a:cxnLst/>
              <a:rect l="l" t="t" r="r" b="b"/>
              <a:pathLst>
                <a:path w="3041" h="3040" extrusionOk="0">
                  <a:moveTo>
                    <a:pt x="1" y="0"/>
                  </a:moveTo>
                  <a:lnTo>
                    <a:pt x="1" y="931"/>
                  </a:lnTo>
                  <a:cubicBezTo>
                    <a:pt x="1" y="2109"/>
                    <a:pt x="931" y="3040"/>
                    <a:pt x="2110" y="3040"/>
                  </a:cubicBezTo>
                  <a:lnTo>
                    <a:pt x="3041" y="3040"/>
                  </a:lnTo>
                  <a:lnTo>
                    <a:pt x="3041" y="2109"/>
                  </a:lnTo>
                  <a:cubicBezTo>
                    <a:pt x="3041" y="931"/>
                    <a:pt x="2110" y="0"/>
                    <a:pt x="931" y="0"/>
                  </a:cubicBezTo>
                  <a:close/>
                </a:path>
              </a:pathLst>
            </a:custGeom>
            <a:solidFill>
              <a:srgbClr val="D8EC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80" name="Google Shape;480;p30"/>
            <p:cNvSpPr/>
            <p:nvPr/>
          </p:nvSpPr>
          <p:spPr>
            <a:xfrm>
              <a:off x="7157588" y="4103775"/>
              <a:ext cx="110125" cy="94250"/>
            </a:xfrm>
            <a:custGeom>
              <a:avLst/>
              <a:gdLst/>
              <a:ahLst/>
              <a:cxnLst/>
              <a:rect l="l" t="t" r="r" b="b"/>
              <a:pathLst>
                <a:path w="4405" h="3770" extrusionOk="0">
                  <a:moveTo>
                    <a:pt x="559" y="1"/>
                  </a:moveTo>
                  <a:cubicBezTo>
                    <a:pt x="217" y="1"/>
                    <a:pt x="0" y="373"/>
                    <a:pt x="155" y="683"/>
                  </a:cubicBezTo>
                  <a:lnTo>
                    <a:pt x="1830" y="3537"/>
                  </a:lnTo>
                  <a:cubicBezTo>
                    <a:pt x="1908" y="3692"/>
                    <a:pt x="2055" y="3769"/>
                    <a:pt x="2206" y="3769"/>
                  </a:cubicBezTo>
                  <a:cubicBezTo>
                    <a:pt x="2358" y="3769"/>
                    <a:pt x="2513" y="3692"/>
                    <a:pt x="2606" y="3537"/>
                  </a:cubicBezTo>
                  <a:lnTo>
                    <a:pt x="4250" y="683"/>
                  </a:lnTo>
                  <a:cubicBezTo>
                    <a:pt x="4405" y="373"/>
                    <a:pt x="4188" y="1"/>
                    <a:pt x="38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Georgia" panose="02040502050405020303" pitchFamily="18" charset="0"/>
              </a:endParaRPr>
            </a:p>
          </p:txBody>
        </p:sp>
        <p:sp>
          <p:nvSpPr>
            <p:cNvPr id="483" name="Google Shape;483;p30"/>
            <p:cNvSpPr/>
            <p:nvPr/>
          </p:nvSpPr>
          <p:spPr>
            <a:xfrm>
              <a:off x="7203313" y="4033375"/>
              <a:ext cx="19425" cy="13825"/>
            </a:xfrm>
            <a:custGeom>
              <a:avLst/>
              <a:gdLst/>
              <a:ahLst/>
              <a:cxnLst/>
              <a:rect l="l" t="t" r="r" b="b"/>
              <a:pathLst>
                <a:path w="777" h="553" extrusionOk="0">
                  <a:moveTo>
                    <a:pt x="376" y="0"/>
                  </a:moveTo>
                  <a:cubicBezTo>
                    <a:pt x="136" y="0"/>
                    <a:pt x="0" y="303"/>
                    <a:pt x="187" y="490"/>
                  </a:cubicBezTo>
                  <a:cubicBezTo>
                    <a:pt x="218" y="521"/>
                    <a:pt x="312" y="552"/>
                    <a:pt x="374" y="552"/>
                  </a:cubicBezTo>
                  <a:cubicBezTo>
                    <a:pt x="684" y="552"/>
                    <a:pt x="777" y="149"/>
                    <a:pt x="498" y="25"/>
                  </a:cubicBezTo>
                  <a:cubicBezTo>
                    <a:pt x="455" y="8"/>
                    <a:pt x="414" y="0"/>
                    <a:pt x="37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grpSp>
      <p:grpSp>
        <p:nvGrpSpPr>
          <p:cNvPr id="484" name="Google Shape;484;p30"/>
          <p:cNvGrpSpPr/>
          <p:nvPr/>
        </p:nvGrpSpPr>
        <p:grpSpPr>
          <a:xfrm>
            <a:off x="5486202" y="3983730"/>
            <a:ext cx="265978" cy="285774"/>
            <a:chOff x="7889638" y="3412825"/>
            <a:chExt cx="243525" cy="261650"/>
          </a:xfrm>
        </p:grpSpPr>
        <p:sp>
          <p:nvSpPr>
            <p:cNvPr id="485" name="Google Shape;485;p30"/>
            <p:cNvSpPr/>
            <p:nvPr/>
          </p:nvSpPr>
          <p:spPr>
            <a:xfrm>
              <a:off x="7890413" y="3526825"/>
              <a:ext cx="208625" cy="55075"/>
            </a:xfrm>
            <a:custGeom>
              <a:avLst/>
              <a:gdLst/>
              <a:ahLst/>
              <a:cxnLst/>
              <a:rect l="l" t="t" r="r" b="b"/>
              <a:pathLst>
                <a:path w="8345" h="2203" extrusionOk="0">
                  <a:moveTo>
                    <a:pt x="2234" y="0"/>
                  </a:moveTo>
                  <a:cubicBezTo>
                    <a:pt x="1458" y="0"/>
                    <a:pt x="714" y="497"/>
                    <a:pt x="404" y="1210"/>
                  </a:cubicBezTo>
                  <a:lnTo>
                    <a:pt x="0" y="2203"/>
                  </a:lnTo>
                  <a:lnTo>
                    <a:pt x="8345" y="2203"/>
                  </a:lnTo>
                  <a:lnTo>
                    <a:pt x="7073" y="776"/>
                  </a:lnTo>
                  <a:cubicBezTo>
                    <a:pt x="6639" y="311"/>
                    <a:pt x="6018" y="0"/>
                    <a:pt x="5336" y="0"/>
                  </a:cubicBezTo>
                  <a:close/>
                </a:path>
              </a:pathLst>
            </a:custGeom>
            <a:solidFill>
              <a:srgbClr val="DFF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87" name="Google Shape;487;p30"/>
            <p:cNvSpPr/>
            <p:nvPr/>
          </p:nvSpPr>
          <p:spPr>
            <a:xfrm>
              <a:off x="8099013" y="3581875"/>
              <a:ext cx="34150" cy="31825"/>
            </a:xfrm>
            <a:custGeom>
              <a:avLst/>
              <a:gdLst/>
              <a:ahLst/>
              <a:cxnLst/>
              <a:rect l="l" t="t" r="r" b="b"/>
              <a:pathLst>
                <a:path w="1366" h="1273" extrusionOk="0">
                  <a:moveTo>
                    <a:pt x="1" y="1"/>
                  </a:moveTo>
                  <a:lnTo>
                    <a:pt x="1" y="776"/>
                  </a:lnTo>
                  <a:cubicBezTo>
                    <a:pt x="1" y="1055"/>
                    <a:pt x="218" y="1241"/>
                    <a:pt x="466" y="1241"/>
                  </a:cubicBezTo>
                  <a:lnTo>
                    <a:pt x="1366" y="1272"/>
                  </a:lnTo>
                  <a:cubicBezTo>
                    <a:pt x="1210" y="590"/>
                    <a:pt x="683" y="94"/>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88" name="Google Shape;488;p30"/>
            <p:cNvSpPr/>
            <p:nvPr/>
          </p:nvSpPr>
          <p:spPr>
            <a:xfrm>
              <a:off x="7889638" y="3630725"/>
              <a:ext cx="51200" cy="43750"/>
            </a:xfrm>
            <a:custGeom>
              <a:avLst/>
              <a:gdLst/>
              <a:ahLst/>
              <a:cxnLst/>
              <a:rect l="l" t="t" r="r" b="b"/>
              <a:pathLst>
                <a:path w="2048" h="1750" extrusionOk="0">
                  <a:moveTo>
                    <a:pt x="1179" y="1"/>
                  </a:moveTo>
                  <a:cubicBezTo>
                    <a:pt x="404" y="1"/>
                    <a:pt x="0" y="931"/>
                    <a:pt x="559" y="1490"/>
                  </a:cubicBezTo>
                  <a:cubicBezTo>
                    <a:pt x="739" y="1670"/>
                    <a:pt x="957" y="1750"/>
                    <a:pt x="1171" y="1750"/>
                  </a:cubicBezTo>
                  <a:cubicBezTo>
                    <a:pt x="1620" y="1750"/>
                    <a:pt x="2048" y="1395"/>
                    <a:pt x="2048" y="869"/>
                  </a:cubicBezTo>
                  <a:cubicBezTo>
                    <a:pt x="2048" y="404"/>
                    <a:pt x="1644" y="1"/>
                    <a:pt x="1179" y="1"/>
                  </a:cubicBezTo>
                  <a:close/>
                </a:path>
              </a:pathLst>
            </a:custGeom>
            <a:solidFill>
              <a:srgbClr val="B5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89" name="Google Shape;489;p30"/>
            <p:cNvSpPr/>
            <p:nvPr/>
          </p:nvSpPr>
          <p:spPr>
            <a:xfrm>
              <a:off x="8049388" y="3630725"/>
              <a:ext cx="50425" cy="43750"/>
            </a:xfrm>
            <a:custGeom>
              <a:avLst/>
              <a:gdLst/>
              <a:ahLst/>
              <a:cxnLst/>
              <a:rect l="l" t="t" r="r" b="b"/>
              <a:pathLst>
                <a:path w="2017" h="1750" extrusionOk="0">
                  <a:moveTo>
                    <a:pt x="1148" y="1"/>
                  </a:moveTo>
                  <a:cubicBezTo>
                    <a:pt x="373" y="1"/>
                    <a:pt x="0" y="931"/>
                    <a:pt x="528" y="1490"/>
                  </a:cubicBezTo>
                  <a:cubicBezTo>
                    <a:pt x="708" y="1670"/>
                    <a:pt x="926" y="1750"/>
                    <a:pt x="1140" y="1750"/>
                  </a:cubicBezTo>
                  <a:cubicBezTo>
                    <a:pt x="1589" y="1750"/>
                    <a:pt x="2017" y="1395"/>
                    <a:pt x="2017" y="869"/>
                  </a:cubicBezTo>
                  <a:cubicBezTo>
                    <a:pt x="2017" y="404"/>
                    <a:pt x="1644" y="1"/>
                    <a:pt x="1148" y="1"/>
                  </a:cubicBezTo>
                  <a:close/>
                </a:path>
              </a:pathLst>
            </a:custGeom>
            <a:solidFill>
              <a:srgbClr val="B5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90" name="Google Shape;490;p30"/>
            <p:cNvSpPr/>
            <p:nvPr/>
          </p:nvSpPr>
          <p:spPr>
            <a:xfrm>
              <a:off x="8009063" y="3412825"/>
              <a:ext cx="65175" cy="65175"/>
            </a:xfrm>
            <a:custGeom>
              <a:avLst/>
              <a:gdLst/>
              <a:ahLst/>
              <a:cxnLst/>
              <a:rect l="l" t="t" r="r" b="b"/>
              <a:pathLst>
                <a:path w="2607" h="2607" extrusionOk="0">
                  <a:moveTo>
                    <a:pt x="1303" y="1"/>
                  </a:moveTo>
                  <a:cubicBezTo>
                    <a:pt x="590" y="1"/>
                    <a:pt x="0" y="590"/>
                    <a:pt x="0" y="1303"/>
                  </a:cubicBezTo>
                  <a:cubicBezTo>
                    <a:pt x="0" y="2017"/>
                    <a:pt x="590" y="2606"/>
                    <a:pt x="1303" y="2606"/>
                  </a:cubicBezTo>
                  <a:lnTo>
                    <a:pt x="2606" y="2606"/>
                  </a:lnTo>
                  <a:lnTo>
                    <a:pt x="2606" y="1"/>
                  </a:lnTo>
                  <a:close/>
                </a:path>
              </a:pathLst>
            </a:custGeom>
            <a:solidFill>
              <a:srgbClr val="FFCB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92" name="Google Shape;492;p30"/>
            <p:cNvSpPr/>
            <p:nvPr/>
          </p:nvSpPr>
          <p:spPr>
            <a:xfrm>
              <a:off x="8000538" y="3605925"/>
              <a:ext cx="23275" cy="13975"/>
            </a:xfrm>
            <a:custGeom>
              <a:avLst/>
              <a:gdLst/>
              <a:ahLst/>
              <a:cxnLst/>
              <a:rect l="l" t="t" r="r" b="b"/>
              <a:pathLst>
                <a:path w="931" h="559" extrusionOk="0">
                  <a:moveTo>
                    <a:pt x="279" y="0"/>
                  </a:moveTo>
                  <a:cubicBezTo>
                    <a:pt x="124" y="0"/>
                    <a:pt x="0" y="124"/>
                    <a:pt x="0" y="279"/>
                  </a:cubicBezTo>
                  <a:cubicBezTo>
                    <a:pt x="0" y="435"/>
                    <a:pt x="124" y="559"/>
                    <a:pt x="279" y="559"/>
                  </a:cubicBezTo>
                  <a:lnTo>
                    <a:pt x="683" y="559"/>
                  </a:lnTo>
                  <a:cubicBezTo>
                    <a:pt x="807" y="559"/>
                    <a:pt x="931" y="435"/>
                    <a:pt x="931" y="279"/>
                  </a:cubicBezTo>
                  <a:cubicBezTo>
                    <a:pt x="931" y="124"/>
                    <a:pt x="807" y="0"/>
                    <a:pt x="68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94" name="Google Shape;494;p30"/>
            <p:cNvSpPr/>
            <p:nvPr/>
          </p:nvSpPr>
          <p:spPr>
            <a:xfrm>
              <a:off x="7926688" y="3439425"/>
              <a:ext cx="14925" cy="12975"/>
            </a:xfrm>
            <a:custGeom>
              <a:avLst/>
              <a:gdLst/>
              <a:ahLst/>
              <a:cxnLst/>
              <a:rect l="l" t="t" r="r" b="b"/>
              <a:pathLst>
                <a:path w="597" h="519" extrusionOk="0">
                  <a:moveTo>
                    <a:pt x="382" y="1"/>
                  </a:moveTo>
                  <a:cubicBezTo>
                    <a:pt x="156" y="1"/>
                    <a:pt x="0" y="519"/>
                    <a:pt x="318" y="519"/>
                  </a:cubicBezTo>
                  <a:cubicBezTo>
                    <a:pt x="380" y="519"/>
                    <a:pt x="442" y="488"/>
                    <a:pt x="504" y="425"/>
                  </a:cubicBezTo>
                  <a:cubicBezTo>
                    <a:pt x="597" y="332"/>
                    <a:pt x="597" y="146"/>
                    <a:pt x="504" y="53"/>
                  </a:cubicBezTo>
                  <a:cubicBezTo>
                    <a:pt x="462" y="16"/>
                    <a:pt x="421" y="1"/>
                    <a:pt x="38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grpSp>
      <p:grpSp>
        <p:nvGrpSpPr>
          <p:cNvPr id="502" name="Google Shape;502;p30"/>
          <p:cNvGrpSpPr/>
          <p:nvPr/>
        </p:nvGrpSpPr>
        <p:grpSpPr>
          <a:xfrm>
            <a:off x="4332357" y="2717593"/>
            <a:ext cx="481595" cy="481595"/>
            <a:chOff x="7038163" y="2248050"/>
            <a:chExt cx="348200" cy="348225"/>
          </a:xfrm>
        </p:grpSpPr>
        <p:sp>
          <p:nvSpPr>
            <p:cNvPr id="503" name="Google Shape;503;p30"/>
            <p:cNvSpPr/>
            <p:nvPr/>
          </p:nvSpPr>
          <p:spPr>
            <a:xfrm>
              <a:off x="7212638" y="2457250"/>
              <a:ext cx="126425" cy="60875"/>
            </a:xfrm>
            <a:custGeom>
              <a:avLst/>
              <a:gdLst/>
              <a:ahLst/>
              <a:cxnLst/>
              <a:rect l="l" t="t" r="r" b="b"/>
              <a:pathLst>
                <a:path w="5057" h="2435" extrusionOk="0">
                  <a:moveTo>
                    <a:pt x="1244" y="1"/>
                  </a:moveTo>
                  <a:cubicBezTo>
                    <a:pt x="1179" y="1"/>
                    <a:pt x="1113" y="22"/>
                    <a:pt x="1055" y="70"/>
                  </a:cubicBezTo>
                  <a:lnTo>
                    <a:pt x="94" y="1032"/>
                  </a:lnTo>
                  <a:cubicBezTo>
                    <a:pt x="1" y="1125"/>
                    <a:pt x="1" y="1311"/>
                    <a:pt x="94" y="1404"/>
                  </a:cubicBezTo>
                  <a:lnTo>
                    <a:pt x="1055" y="2365"/>
                  </a:lnTo>
                  <a:cubicBezTo>
                    <a:pt x="1113" y="2414"/>
                    <a:pt x="1179" y="2435"/>
                    <a:pt x="1244" y="2435"/>
                  </a:cubicBezTo>
                  <a:cubicBezTo>
                    <a:pt x="1388" y="2435"/>
                    <a:pt x="1521" y="2329"/>
                    <a:pt x="1521" y="2179"/>
                  </a:cubicBezTo>
                  <a:lnTo>
                    <a:pt x="1521" y="2086"/>
                  </a:lnTo>
                  <a:lnTo>
                    <a:pt x="4095" y="2086"/>
                  </a:lnTo>
                  <a:lnTo>
                    <a:pt x="5057" y="411"/>
                  </a:lnTo>
                  <a:lnTo>
                    <a:pt x="1521" y="411"/>
                  </a:lnTo>
                  <a:lnTo>
                    <a:pt x="1521" y="256"/>
                  </a:lnTo>
                  <a:cubicBezTo>
                    <a:pt x="1521" y="106"/>
                    <a:pt x="1388" y="1"/>
                    <a:pt x="1244" y="1"/>
                  </a:cubicBezTo>
                  <a:close/>
                </a:path>
              </a:pathLst>
            </a:custGeom>
            <a:solidFill>
              <a:srgbClr val="78D0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04" name="Google Shape;504;p30"/>
            <p:cNvSpPr/>
            <p:nvPr/>
          </p:nvSpPr>
          <p:spPr>
            <a:xfrm>
              <a:off x="7266138" y="2404700"/>
              <a:ext cx="72925" cy="62850"/>
            </a:xfrm>
            <a:custGeom>
              <a:avLst/>
              <a:gdLst/>
              <a:ahLst/>
              <a:cxnLst/>
              <a:rect l="l" t="t" r="r" b="b"/>
              <a:pathLst>
                <a:path w="2917" h="2514" extrusionOk="0">
                  <a:moveTo>
                    <a:pt x="1459" y="1"/>
                  </a:moveTo>
                  <a:lnTo>
                    <a:pt x="1" y="838"/>
                  </a:lnTo>
                  <a:lnTo>
                    <a:pt x="963" y="2513"/>
                  </a:lnTo>
                  <a:lnTo>
                    <a:pt x="2917" y="2513"/>
                  </a:lnTo>
                  <a:lnTo>
                    <a:pt x="1459" y="1"/>
                  </a:lnTo>
                  <a:close/>
                </a:path>
              </a:pathLst>
            </a:custGeom>
            <a:solidFill>
              <a:srgbClr val="78D0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05" name="Google Shape;505;p30"/>
            <p:cNvSpPr/>
            <p:nvPr/>
          </p:nvSpPr>
          <p:spPr>
            <a:xfrm>
              <a:off x="7188588" y="2289925"/>
              <a:ext cx="92750" cy="99450"/>
            </a:xfrm>
            <a:custGeom>
              <a:avLst/>
              <a:gdLst/>
              <a:ahLst/>
              <a:cxnLst/>
              <a:rect l="l" t="t" r="r" b="b"/>
              <a:pathLst>
                <a:path w="3710" h="3978" extrusionOk="0">
                  <a:moveTo>
                    <a:pt x="1" y="1"/>
                  </a:moveTo>
                  <a:lnTo>
                    <a:pt x="1769" y="3041"/>
                  </a:lnTo>
                  <a:lnTo>
                    <a:pt x="1645" y="3134"/>
                  </a:lnTo>
                  <a:cubicBezTo>
                    <a:pt x="1428" y="3227"/>
                    <a:pt x="1459" y="3568"/>
                    <a:pt x="1707" y="3630"/>
                  </a:cubicBezTo>
                  <a:lnTo>
                    <a:pt x="3010" y="3971"/>
                  </a:lnTo>
                  <a:cubicBezTo>
                    <a:pt x="3026" y="3975"/>
                    <a:pt x="3043" y="3977"/>
                    <a:pt x="3060" y="3977"/>
                  </a:cubicBezTo>
                  <a:cubicBezTo>
                    <a:pt x="3173" y="3977"/>
                    <a:pt x="3293" y="3893"/>
                    <a:pt x="3320" y="3785"/>
                  </a:cubicBezTo>
                  <a:lnTo>
                    <a:pt x="3661" y="2482"/>
                  </a:lnTo>
                  <a:cubicBezTo>
                    <a:pt x="3710" y="2289"/>
                    <a:pt x="3588" y="2133"/>
                    <a:pt x="3429" y="2133"/>
                  </a:cubicBezTo>
                  <a:cubicBezTo>
                    <a:pt x="3384" y="2133"/>
                    <a:pt x="3337" y="2145"/>
                    <a:pt x="3289" y="2172"/>
                  </a:cubicBezTo>
                  <a:lnTo>
                    <a:pt x="3196" y="2234"/>
                  </a:lnTo>
                  <a:lnTo>
                    <a:pt x="1924" y="1"/>
                  </a:lnTo>
                  <a:close/>
                </a:path>
              </a:pathLst>
            </a:custGeom>
            <a:solidFill>
              <a:srgbClr val="78D0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06" name="Google Shape;506;p30"/>
            <p:cNvSpPr/>
            <p:nvPr/>
          </p:nvSpPr>
          <p:spPr>
            <a:xfrm>
              <a:off x="7152163" y="2289925"/>
              <a:ext cx="75225" cy="83000"/>
            </a:xfrm>
            <a:custGeom>
              <a:avLst/>
              <a:gdLst/>
              <a:ahLst/>
              <a:cxnLst/>
              <a:rect l="l" t="t" r="r" b="b"/>
              <a:pathLst>
                <a:path w="3009" h="3320" extrusionOk="0">
                  <a:moveTo>
                    <a:pt x="2420" y="1645"/>
                  </a:moveTo>
                  <a:lnTo>
                    <a:pt x="2417" y="1650"/>
                  </a:lnTo>
                  <a:lnTo>
                    <a:pt x="3009" y="2669"/>
                  </a:lnTo>
                  <a:lnTo>
                    <a:pt x="3009" y="2669"/>
                  </a:lnTo>
                  <a:lnTo>
                    <a:pt x="2420" y="1645"/>
                  </a:lnTo>
                  <a:close/>
                  <a:moveTo>
                    <a:pt x="1458" y="1"/>
                  </a:moveTo>
                  <a:lnTo>
                    <a:pt x="0" y="2513"/>
                  </a:lnTo>
                  <a:lnTo>
                    <a:pt x="1458" y="3320"/>
                  </a:lnTo>
                  <a:lnTo>
                    <a:pt x="2417" y="1650"/>
                  </a:lnTo>
                  <a:lnTo>
                    <a:pt x="1458" y="1"/>
                  </a:lnTo>
                  <a:close/>
                </a:path>
              </a:pathLst>
            </a:custGeom>
            <a:solidFill>
              <a:srgbClr val="78D0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07" name="Google Shape;507;p30"/>
            <p:cNvSpPr/>
            <p:nvPr/>
          </p:nvSpPr>
          <p:spPr>
            <a:xfrm>
              <a:off x="7085463" y="2388700"/>
              <a:ext cx="81950" cy="119950"/>
            </a:xfrm>
            <a:custGeom>
              <a:avLst/>
              <a:gdLst/>
              <a:ahLst/>
              <a:cxnLst/>
              <a:rect l="l" t="t" r="r" b="b"/>
              <a:pathLst>
                <a:path w="3278" h="4798" extrusionOk="0">
                  <a:moveTo>
                    <a:pt x="2642" y="1"/>
                  </a:moveTo>
                  <a:cubicBezTo>
                    <a:pt x="2610" y="1"/>
                    <a:pt x="2577" y="7"/>
                    <a:pt x="2544" y="20"/>
                  </a:cubicBezTo>
                  <a:lnTo>
                    <a:pt x="1272" y="362"/>
                  </a:lnTo>
                  <a:cubicBezTo>
                    <a:pt x="1024" y="424"/>
                    <a:pt x="993" y="734"/>
                    <a:pt x="1179" y="858"/>
                  </a:cubicBezTo>
                  <a:lnTo>
                    <a:pt x="1272" y="920"/>
                  </a:lnTo>
                  <a:lnTo>
                    <a:pt x="0" y="3122"/>
                  </a:lnTo>
                  <a:lnTo>
                    <a:pt x="962" y="4797"/>
                  </a:lnTo>
                  <a:lnTo>
                    <a:pt x="2730" y="1726"/>
                  </a:lnTo>
                  <a:lnTo>
                    <a:pt x="2854" y="1819"/>
                  </a:lnTo>
                  <a:cubicBezTo>
                    <a:pt x="2888" y="1836"/>
                    <a:pt x="2924" y="1844"/>
                    <a:pt x="2959" y="1844"/>
                  </a:cubicBezTo>
                  <a:cubicBezTo>
                    <a:pt x="3120" y="1844"/>
                    <a:pt x="3277" y="1687"/>
                    <a:pt x="3226" y="1509"/>
                  </a:cubicBezTo>
                  <a:lnTo>
                    <a:pt x="2885" y="206"/>
                  </a:lnTo>
                  <a:cubicBezTo>
                    <a:pt x="2861" y="85"/>
                    <a:pt x="2760" y="1"/>
                    <a:pt x="2642" y="1"/>
                  </a:cubicBezTo>
                  <a:close/>
                </a:path>
              </a:pathLst>
            </a:custGeom>
            <a:solidFill>
              <a:srgbClr val="78D0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08" name="Google Shape;508;p30"/>
            <p:cNvSpPr/>
            <p:nvPr/>
          </p:nvSpPr>
          <p:spPr>
            <a:xfrm>
              <a:off x="7109513" y="2441925"/>
              <a:ext cx="72125" cy="66725"/>
            </a:xfrm>
            <a:custGeom>
              <a:avLst/>
              <a:gdLst/>
              <a:ahLst/>
              <a:cxnLst/>
              <a:rect l="l" t="t" r="r" b="b"/>
              <a:pathLst>
                <a:path w="2885" h="2669" extrusionOk="0">
                  <a:moveTo>
                    <a:pt x="1551" y="1"/>
                  </a:moveTo>
                  <a:lnTo>
                    <a:pt x="962" y="993"/>
                  </a:lnTo>
                  <a:lnTo>
                    <a:pt x="974" y="993"/>
                  </a:lnTo>
                  <a:lnTo>
                    <a:pt x="1551" y="1"/>
                  </a:lnTo>
                  <a:close/>
                  <a:moveTo>
                    <a:pt x="974" y="993"/>
                  </a:moveTo>
                  <a:lnTo>
                    <a:pt x="0" y="2668"/>
                  </a:lnTo>
                  <a:lnTo>
                    <a:pt x="2885" y="2668"/>
                  </a:lnTo>
                  <a:lnTo>
                    <a:pt x="2885" y="993"/>
                  </a:lnTo>
                  <a:close/>
                </a:path>
              </a:pathLst>
            </a:custGeom>
            <a:solidFill>
              <a:srgbClr val="78D0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09" name="Google Shape;509;p30"/>
            <p:cNvSpPr/>
            <p:nvPr/>
          </p:nvSpPr>
          <p:spPr>
            <a:xfrm>
              <a:off x="7194038" y="2248050"/>
              <a:ext cx="33875" cy="13250"/>
            </a:xfrm>
            <a:custGeom>
              <a:avLst/>
              <a:gdLst/>
              <a:ahLst/>
              <a:cxnLst/>
              <a:rect l="l" t="t" r="r" b="b"/>
              <a:pathLst>
                <a:path w="1355" h="530" extrusionOk="0">
                  <a:moveTo>
                    <a:pt x="248" y="1"/>
                  </a:moveTo>
                  <a:cubicBezTo>
                    <a:pt x="93" y="1"/>
                    <a:pt x="0" y="125"/>
                    <a:pt x="0" y="280"/>
                  </a:cubicBezTo>
                  <a:cubicBezTo>
                    <a:pt x="0" y="435"/>
                    <a:pt x="124" y="528"/>
                    <a:pt x="279" y="528"/>
                  </a:cubicBezTo>
                  <a:lnTo>
                    <a:pt x="962" y="528"/>
                  </a:lnTo>
                  <a:cubicBezTo>
                    <a:pt x="972" y="529"/>
                    <a:pt x="982" y="529"/>
                    <a:pt x="991" y="529"/>
                  </a:cubicBezTo>
                  <a:cubicBezTo>
                    <a:pt x="1335" y="529"/>
                    <a:pt x="1355" y="1"/>
                    <a:pt x="99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10" name="Google Shape;510;p30"/>
            <p:cNvSpPr/>
            <p:nvPr/>
          </p:nvSpPr>
          <p:spPr>
            <a:xfrm>
              <a:off x="7317263" y="2293000"/>
              <a:ext cx="24900" cy="21775"/>
            </a:xfrm>
            <a:custGeom>
              <a:avLst/>
              <a:gdLst/>
              <a:ahLst/>
              <a:cxnLst/>
              <a:rect l="l" t="t" r="r" b="b"/>
              <a:pathLst>
                <a:path w="996" h="871" extrusionOk="0">
                  <a:moveTo>
                    <a:pt x="372" y="0"/>
                  </a:moveTo>
                  <a:cubicBezTo>
                    <a:pt x="171" y="0"/>
                    <a:pt x="1" y="279"/>
                    <a:pt x="189" y="467"/>
                  </a:cubicBezTo>
                  <a:cubicBezTo>
                    <a:pt x="282" y="560"/>
                    <a:pt x="375" y="653"/>
                    <a:pt x="468" y="777"/>
                  </a:cubicBezTo>
                  <a:lnTo>
                    <a:pt x="500" y="777"/>
                  </a:lnTo>
                  <a:cubicBezTo>
                    <a:pt x="562" y="840"/>
                    <a:pt x="624" y="871"/>
                    <a:pt x="717" y="871"/>
                  </a:cubicBezTo>
                  <a:cubicBezTo>
                    <a:pt x="779" y="871"/>
                    <a:pt x="841" y="840"/>
                    <a:pt x="903" y="777"/>
                  </a:cubicBezTo>
                  <a:cubicBezTo>
                    <a:pt x="996" y="684"/>
                    <a:pt x="996" y="498"/>
                    <a:pt x="903" y="405"/>
                  </a:cubicBezTo>
                  <a:cubicBezTo>
                    <a:pt x="779" y="281"/>
                    <a:pt x="686" y="188"/>
                    <a:pt x="562" y="95"/>
                  </a:cubicBezTo>
                  <a:cubicBezTo>
                    <a:pt x="502" y="28"/>
                    <a:pt x="435" y="0"/>
                    <a:pt x="37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11" name="Google Shape;511;p30"/>
            <p:cNvSpPr/>
            <p:nvPr/>
          </p:nvSpPr>
          <p:spPr>
            <a:xfrm>
              <a:off x="7040488" y="2370450"/>
              <a:ext cx="17725" cy="24200"/>
            </a:xfrm>
            <a:custGeom>
              <a:avLst/>
              <a:gdLst/>
              <a:ahLst/>
              <a:cxnLst/>
              <a:rect l="l" t="t" r="r" b="b"/>
              <a:pathLst>
                <a:path w="709" h="968" extrusionOk="0">
                  <a:moveTo>
                    <a:pt x="384" y="1"/>
                  </a:moveTo>
                  <a:cubicBezTo>
                    <a:pt x="279" y="1"/>
                    <a:pt x="173" y="58"/>
                    <a:pt x="124" y="192"/>
                  </a:cubicBezTo>
                  <a:cubicBezTo>
                    <a:pt x="93" y="347"/>
                    <a:pt x="62" y="502"/>
                    <a:pt x="31" y="657"/>
                  </a:cubicBezTo>
                  <a:cubicBezTo>
                    <a:pt x="0" y="781"/>
                    <a:pt x="93" y="936"/>
                    <a:pt x="248" y="967"/>
                  </a:cubicBezTo>
                  <a:lnTo>
                    <a:pt x="310" y="967"/>
                  </a:lnTo>
                  <a:cubicBezTo>
                    <a:pt x="435" y="967"/>
                    <a:pt x="528" y="874"/>
                    <a:pt x="559" y="750"/>
                  </a:cubicBezTo>
                  <a:cubicBezTo>
                    <a:pt x="590" y="595"/>
                    <a:pt x="621" y="471"/>
                    <a:pt x="652" y="347"/>
                  </a:cubicBezTo>
                  <a:cubicBezTo>
                    <a:pt x="708" y="140"/>
                    <a:pt x="547" y="1"/>
                    <a:pt x="38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12" name="Google Shape;512;p30"/>
            <p:cNvSpPr/>
            <p:nvPr/>
          </p:nvSpPr>
          <p:spPr>
            <a:xfrm>
              <a:off x="7057538" y="2496650"/>
              <a:ext cx="21750" cy="23625"/>
            </a:xfrm>
            <a:custGeom>
              <a:avLst/>
              <a:gdLst/>
              <a:ahLst/>
              <a:cxnLst/>
              <a:rect l="l" t="t" r="r" b="b"/>
              <a:pathLst>
                <a:path w="870" h="945" extrusionOk="0">
                  <a:moveTo>
                    <a:pt x="325" y="0"/>
                  </a:moveTo>
                  <a:cubicBezTo>
                    <a:pt x="276" y="0"/>
                    <a:pt x="228" y="14"/>
                    <a:pt x="187" y="45"/>
                  </a:cubicBezTo>
                  <a:cubicBezTo>
                    <a:pt x="32" y="107"/>
                    <a:pt x="1" y="293"/>
                    <a:pt x="63" y="448"/>
                  </a:cubicBezTo>
                  <a:cubicBezTo>
                    <a:pt x="156" y="572"/>
                    <a:pt x="218" y="696"/>
                    <a:pt x="311" y="821"/>
                  </a:cubicBezTo>
                  <a:cubicBezTo>
                    <a:pt x="373" y="914"/>
                    <a:pt x="435" y="945"/>
                    <a:pt x="528" y="945"/>
                  </a:cubicBezTo>
                  <a:cubicBezTo>
                    <a:pt x="590" y="945"/>
                    <a:pt x="652" y="914"/>
                    <a:pt x="683" y="883"/>
                  </a:cubicBezTo>
                  <a:cubicBezTo>
                    <a:pt x="807" y="821"/>
                    <a:pt x="869" y="634"/>
                    <a:pt x="776" y="510"/>
                  </a:cubicBezTo>
                  <a:cubicBezTo>
                    <a:pt x="683" y="386"/>
                    <a:pt x="621" y="262"/>
                    <a:pt x="559" y="138"/>
                  </a:cubicBezTo>
                  <a:cubicBezTo>
                    <a:pt x="518" y="55"/>
                    <a:pt x="421" y="0"/>
                    <a:pt x="32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13" name="Google Shape;513;p30"/>
            <p:cNvSpPr/>
            <p:nvPr/>
          </p:nvSpPr>
          <p:spPr>
            <a:xfrm>
              <a:off x="7041438" y="2457025"/>
              <a:ext cx="18450" cy="24275"/>
            </a:xfrm>
            <a:custGeom>
              <a:avLst/>
              <a:gdLst/>
              <a:ahLst/>
              <a:cxnLst/>
              <a:rect l="l" t="t" r="r" b="b"/>
              <a:pathLst>
                <a:path w="738" h="971" extrusionOk="0">
                  <a:moveTo>
                    <a:pt x="320" y="1"/>
                  </a:moveTo>
                  <a:cubicBezTo>
                    <a:pt x="160" y="1"/>
                    <a:pt x="1" y="127"/>
                    <a:pt x="55" y="327"/>
                  </a:cubicBezTo>
                  <a:cubicBezTo>
                    <a:pt x="86" y="482"/>
                    <a:pt x="148" y="637"/>
                    <a:pt x="179" y="761"/>
                  </a:cubicBezTo>
                  <a:cubicBezTo>
                    <a:pt x="210" y="886"/>
                    <a:pt x="335" y="948"/>
                    <a:pt x="459" y="948"/>
                  </a:cubicBezTo>
                  <a:cubicBezTo>
                    <a:pt x="474" y="963"/>
                    <a:pt x="482" y="971"/>
                    <a:pt x="490" y="971"/>
                  </a:cubicBezTo>
                  <a:cubicBezTo>
                    <a:pt x="497" y="971"/>
                    <a:pt x="505" y="963"/>
                    <a:pt x="521" y="948"/>
                  </a:cubicBezTo>
                  <a:cubicBezTo>
                    <a:pt x="676" y="917"/>
                    <a:pt x="738" y="761"/>
                    <a:pt x="707" y="606"/>
                  </a:cubicBezTo>
                  <a:lnTo>
                    <a:pt x="707" y="575"/>
                  </a:lnTo>
                  <a:cubicBezTo>
                    <a:pt x="676" y="451"/>
                    <a:pt x="614" y="327"/>
                    <a:pt x="583" y="203"/>
                  </a:cubicBezTo>
                  <a:cubicBezTo>
                    <a:pt x="544" y="63"/>
                    <a:pt x="432" y="1"/>
                    <a:pt x="32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14" name="Google Shape;514;p30"/>
            <p:cNvSpPr/>
            <p:nvPr/>
          </p:nvSpPr>
          <p:spPr>
            <a:xfrm>
              <a:off x="7038163" y="2413225"/>
              <a:ext cx="13200" cy="24850"/>
            </a:xfrm>
            <a:custGeom>
              <a:avLst/>
              <a:gdLst/>
              <a:ahLst/>
              <a:cxnLst/>
              <a:rect l="l" t="t" r="r" b="b"/>
              <a:pathLst>
                <a:path w="528" h="994" extrusionOk="0">
                  <a:moveTo>
                    <a:pt x="264" y="1"/>
                  </a:moveTo>
                  <a:cubicBezTo>
                    <a:pt x="132" y="1"/>
                    <a:pt x="0" y="94"/>
                    <a:pt x="0" y="280"/>
                  </a:cubicBezTo>
                  <a:lnTo>
                    <a:pt x="0" y="342"/>
                  </a:lnTo>
                  <a:lnTo>
                    <a:pt x="0" y="745"/>
                  </a:lnTo>
                  <a:cubicBezTo>
                    <a:pt x="0" y="900"/>
                    <a:pt x="124" y="994"/>
                    <a:pt x="279" y="994"/>
                  </a:cubicBezTo>
                  <a:cubicBezTo>
                    <a:pt x="435" y="963"/>
                    <a:pt x="528" y="838"/>
                    <a:pt x="528" y="714"/>
                  </a:cubicBezTo>
                  <a:lnTo>
                    <a:pt x="528" y="342"/>
                  </a:lnTo>
                  <a:lnTo>
                    <a:pt x="528" y="280"/>
                  </a:lnTo>
                  <a:cubicBezTo>
                    <a:pt x="528" y="94"/>
                    <a:pt x="396" y="1"/>
                    <a:pt x="26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15" name="Google Shape;515;p30"/>
            <p:cNvSpPr/>
            <p:nvPr/>
          </p:nvSpPr>
          <p:spPr>
            <a:xfrm>
              <a:off x="7363838" y="2365700"/>
              <a:ext cx="19425" cy="24300"/>
            </a:xfrm>
            <a:custGeom>
              <a:avLst/>
              <a:gdLst/>
              <a:ahLst/>
              <a:cxnLst/>
              <a:rect l="l" t="t" r="r" b="b"/>
              <a:pathLst>
                <a:path w="777" h="972" extrusionOk="0">
                  <a:moveTo>
                    <a:pt x="369" y="0"/>
                  </a:moveTo>
                  <a:cubicBezTo>
                    <a:pt x="190" y="0"/>
                    <a:pt x="1" y="157"/>
                    <a:pt x="94" y="382"/>
                  </a:cubicBezTo>
                  <a:cubicBezTo>
                    <a:pt x="125" y="506"/>
                    <a:pt x="156" y="661"/>
                    <a:pt x="187" y="785"/>
                  </a:cubicBezTo>
                  <a:cubicBezTo>
                    <a:pt x="218" y="909"/>
                    <a:pt x="343" y="971"/>
                    <a:pt x="467" y="971"/>
                  </a:cubicBezTo>
                  <a:lnTo>
                    <a:pt x="560" y="971"/>
                  </a:lnTo>
                  <a:cubicBezTo>
                    <a:pt x="684" y="940"/>
                    <a:pt x="777" y="785"/>
                    <a:pt x="746" y="661"/>
                  </a:cubicBezTo>
                  <a:cubicBezTo>
                    <a:pt x="715" y="506"/>
                    <a:pt x="684" y="351"/>
                    <a:pt x="622" y="227"/>
                  </a:cubicBezTo>
                  <a:cubicBezTo>
                    <a:pt x="597" y="67"/>
                    <a:pt x="485" y="0"/>
                    <a:pt x="36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16" name="Google Shape;516;p30"/>
            <p:cNvSpPr/>
            <p:nvPr/>
          </p:nvSpPr>
          <p:spPr>
            <a:xfrm>
              <a:off x="7282088" y="2267200"/>
              <a:ext cx="27500" cy="19650"/>
            </a:xfrm>
            <a:custGeom>
              <a:avLst/>
              <a:gdLst/>
              <a:ahLst/>
              <a:cxnLst/>
              <a:rect l="l" t="t" r="r" b="b"/>
              <a:pathLst>
                <a:path w="1100" h="786" extrusionOk="0">
                  <a:moveTo>
                    <a:pt x="402" y="0"/>
                  </a:moveTo>
                  <a:cubicBezTo>
                    <a:pt x="159" y="0"/>
                    <a:pt x="0" y="375"/>
                    <a:pt x="262" y="507"/>
                  </a:cubicBezTo>
                  <a:lnTo>
                    <a:pt x="262" y="538"/>
                  </a:lnTo>
                  <a:cubicBezTo>
                    <a:pt x="387" y="600"/>
                    <a:pt x="511" y="662"/>
                    <a:pt x="635" y="755"/>
                  </a:cubicBezTo>
                  <a:cubicBezTo>
                    <a:pt x="666" y="786"/>
                    <a:pt x="728" y="786"/>
                    <a:pt x="790" y="786"/>
                  </a:cubicBezTo>
                  <a:cubicBezTo>
                    <a:pt x="883" y="786"/>
                    <a:pt x="945" y="724"/>
                    <a:pt x="1007" y="662"/>
                  </a:cubicBezTo>
                  <a:cubicBezTo>
                    <a:pt x="1100" y="538"/>
                    <a:pt x="1069" y="352"/>
                    <a:pt x="914" y="259"/>
                  </a:cubicBezTo>
                  <a:cubicBezTo>
                    <a:pt x="790" y="196"/>
                    <a:pt x="666" y="103"/>
                    <a:pt x="542" y="41"/>
                  </a:cubicBezTo>
                  <a:cubicBezTo>
                    <a:pt x="494" y="13"/>
                    <a:pt x="447" y="0"/>
                    <a:pt x="40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17" name="Google Shape;517;p30"/>
            <p:cNvSpPr/>
            <p:nvPr/>
          </p:nvSpPr>
          <p:spPr>
            <a:xfrm>
              <a:off x="7111838" y="2269475"/>
              <a:ext cx="26675" cy="19700"/>
            </a:xfrm>
            <a:custGeom>
              <a:avLst/>
              <a:gdLst/>
              <a:ahLst/>
              <a:cxnLst/>
              <a:rect l="l" t="t" r="r" b="b"/>
              <a:pathLst>
                <a:path w="1067" h="788" extrusionOk="0">
                  <a:moveTo>
                    <a:pt x="683" y="0"/>
                  </a:moveTo>
                  <a:cubicBezTo>
                    <a:pt x="635" y="0"/>
                    <a:pt x="583" y="13"/>
                    <a:pt x="527" y="43"/>
                  </a:cubicBezTo>
                  <a:cubicBezTo>
                    <a:pt x="403" y="105"/>
                    <a:pt x="279" y="199"/>
                    <a:pt x="155" y="292"/>
                  </a:cubicBezTo>
                  <a:cubicBezTo>
                    <a:pt x="31" y="354"/>
                    <a:pt x="0" y="540"/>
                    <a:pt x="93" y="664"/>
                  </a:cubicBezTo>
                  <a:cubicBezTo>
                    <a:pt x="124" y="757"/>
                    <a:pt x="217" y="788"/>
                    <a:pt x="310" y="788"/>
                  </a:cubicBezTo>
                  <a:cubicBezTo>
                    <a:pt x="372" y="788"/>
                    <a:pt x="403" y="757"/>
                    <a:pt x="465" y="726"/>
                  </a:cubicBezTo>
                  <a:cubicBezTo>
                    <a:pt x="558" y="664"/>
                    <a:pt x="683" y="571"/>
                    <a:pt x="807" y="509"/>
                  </a:cubicBezTo>
                  <a:cubicBezTo>
                    <a:pt x="1067" y="353"/>
                    <a:pt x="934" y="0"/>
                    <a:pt x="68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18" name="Google Shape;518;p30"/>
            <p:cNvSpPr/>
            <p:nvPr/>
          </p:nvSpPr>
          <p:spPr>
            <a:xfrm>
              <a:off x="7150613" y="2253225"/>
              <a:ext cx="28025" cy="17350"/>
            </a:xfrm>
            <a:custGeom>
              <a:avLst/>
              <a:gdLst/>
              <a:ahLst/>
              <a:cxnLst/>
              <a:rect l="l" t="t" r="r" b="b"/>
              <a:pathLst>
                <a:path w="1121" h="694" extrusionOk="0">
                  <a:moveTo>
                    <a:pt x="730" y="0"/>
                  </a:moveTo>
                  <a:cubicBezTo>
                    <a:pt x="705" y="0"/>
                    <a:pt x="679" y="4"/>
                    <a:pt x="651" y="11"/>
                  </a:cubicBezTo>
                  <a:cubicBezTo>
                    <a:pt x="496" y="42"/>
                    <a:pt x="372" y="104"/>
                    <a:pt x="217" y="135"/>
                  </a:cubicBezTo>
                  <a:cubicBezTo>
                    <a:pt x="93" y="197"/>
                    <a:pt x="0" y="352"/>
                    <a:pt x="31" y="507"/>
                  </a:cubicBezTo>
                  <a:cubicBezTo>
                    <a:pt x="93" y="600"/>
                    <a:pt x="186" y="662"/>
                    <a:pt x="310" y="693"/>
                  </a:cubicBezTo>
                  <a:lnTo>
                    <a:pt x="310" y="662"/>
                  </a:lnTo>
                  <a:lnTo>
                    <a:pt x="403" y="662"/>
                  </a:lnTo>
                  <a:cubicBezTo>
                    <a:pt x="527" y="631"/>
                    <a:pt x="682" y="569"/>
                    <a:pt x="807" y="538"/>
                  </a:cubicBezTo>
                  <a:cubicBezTo>
                    <a:pt x="1120" y="453"/>
                    <a:pt x="1014" y="0"/>
                    <a:pt x="73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19" name="Google Shape;519;p30"/>
            <p:cNvSpPr/>
            <p:nvPr/>
          </p:nvSpPr>
          <p:spPr>
            <a:xfrm>
              <a:off x="7241063" y="2251800"/>
              <a:ext cx="29775" cy="17225"/>
            </a:xfrm>
            <a:custGeom>
              <a:avLst/>
              <a:gdLst/>
              <a:ahLst/>
              <a:cxnLst/>
              <a:rect l="l" t="t" r="r" b="b"/>
              <a:pathLst>
                <a:path w="1191" h="689" extrusionOk="0">
                  <a:moveTo>
                    <a:pt x="417" y="1"/>
                  </a:moveTo>
                  <a:cubicBezTo>
                    <a:pt x="92" y="1"/>
                    <a:pt x="1" y="475"/>
                    <a:pt x="353" y="533"/>
                  </a:cubicBezTo>
                  <a:lnTo>
                    <a:pt x="353" y="564"/>
                  </a:lnTo>
                  <a:cubicBezTo>
                    <a:pt x="477" y="595"/>
                    <a:pt x="632" y="626"/>
                    <a:pt x="756" y="688"/>
                  </a:cubicBezTo>
                  <a:lnTo>
                    <a:pt x="818" y="688"/>
                  </a:lnTo>
                  <a:cubicBezTo>
                    <a:pt x="1128" y="657"/>
                    <a:pt x="1190" y="223"/>
                    <a:pt x="911" y="130"/>
                  </a:cubicBezTo>
                  <a:cubicBezTo>
                    <a:pt x="756" y="99"/>
                    <a:pt x="601" y="68"/>
                    <a:pt x="477" y="6"/>
                  </a:cubicBezTo>
                  <a:cubicBezTo>
                    <a:pt x="456" y="3"/>
                    <a:pt x="436" y="1"/>
                    <a:pt x="41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20" name="Google Shape;520;p30"/>
            <p:cNvSpPr/>
            <p:nvPr/>
          </p:nvSpPr>
          <p:spPr>
            <a:xfrm>
              <a:off x="7079263" y="2295950"/>
              <a:ext cx="22500" cy="21925"/>
            </a:xfrm>
            <a:custGeom>
              <a:avLst/>
              <a:gdLst/>
              <a:ahLst/>
              <a:cxnLst/>
              <a:rect l="l" t="t" r="r" b="b"/>
              <a:pathLst>
                <a:path w="900" h="877" extrusionOk="0">
                  <a:moveTo>
                    <a:pt x="590" y="0"/>
                  </a:moveTo>
                  <a:cubicBezTo>
                    <a:pt x="520" y="0"/>
                    <a:pt x="450" y="24"/>
                    <a:pt x="404" y="70"/>
                  </a:cubicBezTo>
                  <a:cubicBezTo>
                    <a:pt x="310" y="194"/>
                    <a:pt x="186" y="287"/>
                    <a:pt x="93" y="411"/>
                  </a:cubicBezTo>
                  <a:cubicBezTo>
                    <a:pt x="0" y="535"/>
                    <a:pt x="0" y="690"/>
                    <a:pt x="124" y="784"/>
                  </a:cubicBezTo>
                  <a:cubicBezTo>
                    <a:pt x="155" y="846"/>
                    <a:pt x="217" y="846"/>
                    <a:pt x="310" y="877"/>
                  </a:cubicBezTo>
                  <a:cubicBezTo>
                    <a:pt x="372" y="877"/>
                    <a:pt x="435" y="815"/>
                    <a:pt x="497" y="784"/>
                  </a:cubicBezTo>
                  <a:cubicBezTo>
                    <a:pt x="590" y="659"/>
                    <a:pt x="683" y="566"/>
                    <a:pt x="776" y="473"/>
                  </a:cubicBezTo>
                  <a:cubicBezTo>
                    <a:pt x="900" y="349"/>
                    <a:pt x="900" y="194"/>
                    <a:pt x="776" y="70"/>
                  </a:cubicBezTo>
                  <a:cubicBezTo>
                    <a:pt x="729" y="24"/>
                    <a:pt x="659" y="0"/>
                    <a:pt x="59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21" name="Google Shape;521;p30"/>
            <p:cNvSpPr/>
            <p:nvPr/>
          </p:nvSpPr>
          <p:spPr>
            <a:xfrm>
              <a:off x="7054438" y="2330750"/>
              <a:ext cx="21850" cy="23575"/>
            </a:xfrm>
            <a:custGeom>
              <a:avLst/>
              <a:gdLst/>
              <a:ahLst/>
              <a:cxnLst/>
              <a:rect l="l" t="t" r="r" b="b"/>
              <a:pathLst>
                <a:path w="874" h="943" extrusionOk="0">
                  <a:moveTo>
                    <a:pt x="504" y="1"/>
                  </a:moveTo>
                  <a:cubicBezTo>
                    <a:pt x="421" y="1"/>
                    <a:pt x="337" y="40"/>
                    <a:pt x="280" y="136"/>
                  </a:cubicBezTo>
                  <a:cubicBezTo>
                    <a:pt x="218" y="260"/>
                    <a:pt x="125" y="384"/>
                    <a:pt x="63" y="508"/>
                  </a:cubicBezTo>
                  <a:cubicBezTo>
                    <a:pt x="1" y="663"/>
                    <a:pt x="63" y="818"/>
                    <a:pt x="187" y="880"/>
                  </a:cubicBezTo>
                  <a:lnTo>
                    <a:pt x="187" y="911"/>
                  </a:lnTo>
                  <a:cubicBezTo>
                    <a:pt x="218" y="911"/>
                    <a:pt x="280" y="942"/>
                    <a:pt x="311" y="942"/>
                  </a:cubicBezTo>
                  <a:cubicBezTo>
                    <a:pt x="404" y="911"/>
                    <a:pt x="497" y="880"/>
                    <a:pt x="559" y="787"/>
                  </a:cubicBezTo>
                  <a:cubicBezTo>
                    <a:pt x="621" y="663"/>
                    <a:pt x="683" y="539"/>
                    <a:pt x="745" y="415"/>
                  </a:cubicBezTo>
                  <a:cubicBezTo>
                    <a:pt x="874" y="201"/>
                    <a:pt x="691" y="1"/>
                    <a:pt x="50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22" name="Google Shape;522;p30"/>
            <p:cNvSpPr/>
            <p:nvPr/>
          </p:nvSpPr>
          <p:spPr>
            <a:xfrm>
              <a:off x="7244438" y="2575125"/>
              <a:ext cx="25625" cy="16500"/>
            </a:xfrm>
            <a:custGeom>
              <a:avLst/>
              <a:gdLst/>
              <a:ahLst/>
              <a:cxnLst/>
              <a:rect l="l" t="t" r="r" b="b"/>
              <a:pathLst>
                <a:path w="1025" h="660" extrusionOk="0">
                  <a:moveTo>
                    <a:pt x="729" y="0"/>
                  </a:moveTo>
                  <a:cubicBezTo>
                    <a:pt x="703" y="0"/>
                    <a:pt x="678" y="3"/>
                    <a:pt x="652" y="8"/>
                  </a:cubicBezTo>
                  <a:lnTo>
                    <a:pt x="621" y="8"/>
                  </a:lnTo>
                  <a:cubicBezTo>
                    <a:pt x="497" y="70"/>
                    <a:pt x="373" y="101"/>
                    <a:pt x="249" y="132"/>
                  </a:cubicBezTo>
                  <a:cubicBezTo>
                    <a:pt x="93" y="163"/>
                    <a:pt x="0" y="318"/>
                    <a:pt x="62" y="442"/>
                  </a:cubicBezTo>
                  <a:cubicBezTo>
                    <a:pt x="62" y="566"/>
                    <a:pt x="186" y="659"/>
                    <a:pt x="311" y="659"/>
                  </a:cubicBezTo>
                  <a:lnTo>
                    <a:pt x="373" y="659"/>
                  </a:lnTo>
                  <a:cubicBezTo>
                    <a:pt x="528" y="628"/>
                    <a:pt x="683" y="597"/>
                    <a:pt x="807" y="535"/>
                  </a:cubicBezTo>
                  <a:cubicBezTo>
                    <a:pt x="962" y="504"/>
                    <a:pt x="1024" y="349"/>
                    <a:pt x="993" y="194"/>
                  </a:cubicBezTo>
                  <a:cubicBezTo>
                    <a:pt x="967" y="65"/>
                    <a:pt x="855" y="0"/>
                    <a:pt x="72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23" name="Google Shape;523;p30"/>
            <p:cNvSpPr/>
            <p:nvPr/>
          </p:nvSpPr>
          <p:spPr>
            <a:xfrm>
              <a:off x="7283988" y="2556900"/>
              <a:ext cx="25600" cy="19200"/>
            </a:xfrm>
            <a:custGeom>
              <a:avLst/>
              <a:gdLst/>
              <a:ahLst/>
              <a:cxnLst/>
              <a:rect l="l" t="t" r="r" b="b"/>
              <a:pathLst>
                <a:path w="1024" h="768" extrusionOk="0">
                  <a:moveTo>
                    <a:pt x="723" y="0"/>
                  </a:moveTo>
                  <a:cubicBezTo>
                    <a:pt x="666" y="0"/>
                    <a:pt x="608" y="18"/>
                    <a:pt x="559" y="55"/>
                  </a:cubicBezTo>
                  <a:cubicBezTo>
                    <a:pt x="466" y="117"/>
                    <a:pt x="342" y="179"/>
                    <a:pt x="218" y="241"/>
                  </a:cubicBezTo>
                  <a:cubicBezTo>
                    <a:pt x="62" y="334"/>
                    <a:pt x="0" y="489"/>
                    <a:pt x="93" y="644"/>
                  </a:cubicBezTo>
                  <a:cubicBezTo>
                    <a:pt x="155" y="737"/>
                    <a:pt x="249" y="768"/>
                    <a:pt x="342" y="768"/>
                  </a:cubicBezTo>
                  <a:cubicBezTo>
                    <a:pt x="373" y="768"/>
                    <a:pt x="435" y="768"/>
                    <a:pt x="466" y="737"/>
                  </a:cubicBezTo>
                  <a:cubicBezTo>
                    <a:pt x="590" y="675"/>
                    <a:pt x="745" y="582"/>
                    <a:pt x="869" y="520"/>
                  </a:cubicBezTo>
                  <a:cubicBezTo>
                    <a:pt x="993" y="427"/>
                    <a:pt x="1024" y="241"/>
                    <a:pt x="931" y="117"/>
                  </a:cubicBezTo>
                  <a:cubicBezTo>
                    <a:pt x="893" y="41"/>
                    <a:pt x="810" y="0"/>
                    <a:pt x="72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24" name="Google Shape;524;p30"/>
            <p:cNvSpPr/>
            <p:nvPr/>
          </p:nvSpPr>
          <p:spPr>
            <a:xfrm>
              <a:off x="7320438" y="2528300"/>
              <a:ext cx="24950" cy="22225"/>
            </a:xfrm>
            <a:custGeom>
              <a:avLst/>
              <a:gdLst/>
              <a:ahLst/>
              <a:cxnLst/>
              <a:rect l="l" t="t" r="r" b="b"/>
              <a:pathLst>
                <a:path w="998" h="889" extrusionOk="0">
                  <a:moveTo>
                    <a:pt x="603" y="0"/>
                  </a:moveTo>
                  <a:cubicBezTo>
                    <a:pt x="537" y="0"/>
                    <a:pt x="468" y="25"/>
                    <a:pt x="404" y="82"/>
                  </a:cubicBezTo>
                  <a:lnTo>
                    <a:pt x="404" y="113"/>
                  </a:lnTo>
                  <a:cubicBezTo>
                    <a:pt x="310" y="206"/>
                    <a:pt x="186" y="330"/>
                    <a:pt x="93" y="423"/>
                  </a:cubicBezTo>
                  <a:cubicBezTo>
                    <a:pt x="0" y="516"/>
                    <a:pt x="0" y="702"/>
                    <a:pt x="93" y="795"/>
                  </a:cubicBezTo>
                  <a:cubicBezTo>
                    <a:pt x="155" y="857"/>
                    <a:pt x="225" y="888"/>
                    <a:pt x="295" y="888"/>
                  </a:cubicBezTo>
                  <a:cubicBezTo>
                    <a:pt x="365" y="888"/>
                    <a:pt x="435" y="857"/>
                    <a:pt x="497" y="795"/>
                  </a:cubicBezTo>
                  <a:cubicBezTo>
                    <a:pt x="590" y="702"/>
                    <a:pt x="683" y="578"/>
                    <a:pt x="807" y="485"/>
                  </a:cubicBezTo>
                  <a:cubicBezTo>
                    <a:pt x="998" y="270"/>
                    <a:pt x="821" y="0"/>
                    <a:pt x="60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25" name="Google Shape;525;p30"/>
            <p:cNvSpPr/>
            <p:nvPr/>
          </p:nvSpPr>
          <p:spPr>
            <a:xfrm>
              <a:off x="7365413" y="2452000"/>
              <a:ext cx="17850" cy="24075"/>
            </a:xfrm>
            <a:custGeom>
              <a:avLst/>
              <a:gdLst/>
              <a:ahLst/>
              <a:cxnLst/>
              <a:rect l="l" t="t" r="r" b="b"/>
              <a:pathLst>
                <a:path w="714" h="963" extrusionOk="0">
                  <a:moveTo>
                    <a:pt x="497" y="1"/>
                  </a:moveTo>
                  <a:lnTo>
                    <a:pt x="497" y="32"/>
                  </a:lnTo>
                  <a:cubicBezTo>
                    <a:pt x="477" y="28"/>
                    <a:pt x="457" y="26"/>
                    <a:pt x="437" y="26"/>
                  </a:cubicBezTo>
                  <a:cubicBezTo>
                    <a:pt x="304" y="26"/>
                    <a:pt x="183" y="114"/>
                    <a:pt x="155" y="249"/>
                  </a:cubicBezTo>
                  <a:cubicBezTo>
                    <a:pt x="124" y="373"/>
                    <a:pt x="93" y="528"/>
                    <a:pt x="62" y="621"/>
                  </a:cubicBezTo>
                  <a:cubicBezTo>
                    <a:pt x="0" y="776"/>
                    <a:pt x="93" y="931"/>
                    <a:pt x="249" y="962"/>
                  </a:cubicBezTo>
                  <a:lnTo>
                    <a:pt x="311" y="962"/>
                  </a:lnTo>
                  <a:cubicBezTo>
                    <a:pt x="435" y="962"/>
                    <a:pt x="528" y="900"/>
                    <a:pt x="559" y="776"/>
                  </a:cubicBezTo>
                  <a:cubicBezTo>
                    <a:pt x="621" y="621"/>
                    <a:pt x="652" y="497"/>
                    <a:pt x="683" y="342"/>
                  </a:cubicBezTo>
                  <a:cubicBezTo>
                    <a:pt x="714" y="187"/>
                    <a:pt x="621" y="32"/>
                    <a:pt x="49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26" name="Google Shape;526;p30"/>
            <p:cNvSpPr/>
            <p:nvPr/>
          </p:nvSpPr>
          <p:spPr>
            <a:xfrm>
              <a:off x="7201013" y="2582300"/>
              <a:ext cx="25600" cy="13975"/>
            </a:xfrm>
            <a:custGeom>
              <a:avLst/>
              <a:gdLst/>
              <a:ahLst/>
              <a:cxnLst/>
              <a:rect l="l" t="t" r="r" b="b"/>
              <a:pathLst>
                <a:path w="1024" h="559" extrusionOk="0">
                  <a:moveTo>
                    <a:pt x="310" y="0"/>
                  </a:moveTo>
                  <a:cubicBezTo>
                    <a:pt x="0" y="62"/>
                    <a:pt x="0" y="527"/>
                    <a:pt x="310" y="558"/>
                  </a:cubicBezTo>
                  <a:lnTo>
                    <a:pt x="776" y="558"/>
                  </a:lnTo>
                  <a:cubicBezTo>
                    <a:pt x="900" y="558"/>
                    <a:pt x="1024" y="434"/>
                    <a:pt x="1024" y="279"/>
                  </a:cubicBezTo>
                  <a:cubicBezTo>
                    <a:pt x="1024" y="124"/>
                    <a:pt x="900" y="0"/>
                    <a:pt x="74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27" name="Google Shape;527;p30"/>
            <p:cNvSpPr/>
            <p:nvPr/>
          </p:nvSpPr>
          <p:spPr>
            <a:xfrm>
              <a:off x="7345838" y="2326275"/>
              <a:ext cx="22700" cy="23400"/>
            </a:xfrm>
            <a:custGeom>
              <a:avLst/>
              <a:gdLst/>
              <a:ahLst/>
              <a:cxnLst/>
              <a:rect l="l" t="t" r="r" b="b"/>
              <a:pathLst>
                <a:path w="908" h="936" extrusionOk="0">
                  <a:moveTo>
                    <a:pt x="385" y="0"/>
                  </a:moveTo>
                  <a:cubicBezTo>
                    <a:pt x="194" y="0"/>
                    <a:pt x="0" y="220"/>
                    <a:pt x="132" y="439"/>
                  </a:cubicBezTo>
                  <a:cubicBezTo>
                    <a:pt x="194" y="532"/>
                    <a:pt x="256" y="656"/>
                    <a:pt x="318" y="780"/>
                  </a:cubicBezTo>
                  <a:lnTo>
                    <a:pt x="349" y="811"/>
                  </a:lnTo>
                  <a:cubicBezTo>
                    <a:pt x="380" y="904"/>
                    <a:pt x="473" y="935"/>
                    <a:pt x="566" y="935"/>
                  </a:cubicBezTo>
                  <a:cubicBezTo>
                    <a:pt x="628" y="935"/>
                    <a:pt x="659" y="935"/>
                    <a:pt x="690" y="904"/>
                  </a:cubicBezTo>
                  <a:cubicBezTo>
                    <a:pt x="845" y="842"/>
                    <a:pt x="907" y="656"/>
                    <a:pt x="814" y="532"/>
                  </a:cubicBezTo>
                  <a:cubicBezTo>
                    <a:pt x="752" y="408"/>
                    <a:pt x="659" y="253"/>
                    <a:pt x="597" y="129"/>
                  </a:cubicBezTo>
                  <a:cubicBezTo>
                    <a:pt x="543" y="38"/>
                    <a:pt x="464" y="0"/>
                    <a:pt x="38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28" name="Google Shape;528;p30"/>
            <p:cNvSpPr/>
            <p:nvPr/>
          </p:nvSpPr>
          <p:spPr>
            <a:xfrm>
              <a:off x="7156213" y="2576400"/>
              <a:ext cx="29850" cy="16025"/>
            </a:xfrm>
            <a:custGeom>
              <a:avLst/>
              <a:gdLst/>
              <a:ahLst/>
              <a:cxnLst/>
              <a:rect l="l" t="t" r="r" b="b"/>
              <a:pathLst>
                <a:path w="1194" h="641" extrusionOk="0">
                  <a:moveTo>
                    <a:pt x="358" y="0"/>
                  </a:moveTo>
                  <a:cubicBezTo>
                    <a:pt x="91" y="0"/>
                    <a:pt x="1" y="432"/>
                    <a:pt x="334" y="515"/>
                  </a:cubicBezTo>
                  <a:cubicBezTo>
                    <a:pt x="458" y="577"/>
                    <a:pt x="614" y="608"/>
                    <a:pt x="769" y="639"/>
                  </a:cubicBezTo>
                  <a:lnTo>
                    <a:pt x="831" y="639"/>
                  </a:lnTo>
                  <a:cubicBezTo>
                    <a:pt x="840" y="640"/>
                    <a:pt x="850" y="641"/>
                    <a:pt x="859" y="641"/>
                  </a:cubicBezTo>
                  <a:cubicBezTo>
                    <a:pt x="1173" y="641"/>
                    <a:pt x="1193" y="142"/>
                    <a:pt x="862" y="112"/>
                  </a:cubicBezTo>
                  <a:cubicBezTo>
                    <a:pt x="738" y="81"/>
                    <a:pt x="583" y="50"/>
                    <a:pt x="458" y="19"/>
                  </a:cubicBezTo>
                  <a:cubicBezTo>
                    <a:pt x="423" y="6"/>
                    <a:pt x="389" y="0"/>
                    <a:pt x="35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29" name="Google Shape;529;p30"/>
            <p:cNvSpPr/>
            <p:nvPr/>
          </p:nvSpPr>
          <p:spPr>
            <a:xfrm>
              <a:off x="7083913" y="2531875"/>
              <a:ext cx="23275" cy="20975"/>
            </a:xfrm>
            <a:custGeom>
              <a:avLst/>
              <a:gdLst/>
              <a:ahLst/>
              <a:cxnLst/>
              <a:rect l="l" t="t" r="r" b="b"/>
              <a:pathLst>
                <a:path w="931" h="839" extrusionOk="0">
                  <a:moveTo>
                    <a:pt x="311" y="1"/>
                  </a:moveTo>
                  <a:cubicBezTo>
                    <a:pt x="241" y="1"/>
                    <a:pt x="171" y="32"/>
                    <a:pt x="124" y="94"/>
                  </a:cubicBezTo>
                  <a:cubicBezTo>
                    <a:pt x="0" y="187"/>
                    <a:pt x="0" y="373"/>
                    <a:pt x="124" y="466"/>
                  </a:cubicBezTo>
                  <a:cubicBezTo>
                    <a:pt x="218" y="590"/>
                    <a:pt x="311" y="683"/>
                    <a:pt x="435" y="776"/>
                  </a:cubicBezTo>
                  <a:cubicBezTo>
                    <a:pt x="497" y="838"/>
                    <a:pt x="559" y="838"/>
                    <a:pt x="621" y="838"/>
                  </a:cubicBezTo>
                  <a:cubicBezTo>
                    <a:pt x="683" y="838"/>
                    <a:pt x="776" y="807"/>
                    <a:pt x="807" y="776"/>
                  </a:cubicBezTo>
                  <a:cubicBezTo>
                    <a:pt x="931" y="652"/>
                    <a:pt x="931" y="466"/>
                    <a:pt x="807" y="373"/>
                  </a:cubicBezTo>
                  <a:cubicBezTo>
                    <a:pt x="714" y="280"/>
                    <a:pt x="621" y="187"/>
                    <a:pt x="528" y="94"/>
                  </a:cubicBezTo>
                  <a:lnTo>
                    <a:pt x="497" y="94"/>
                  </a:lnTo>
                  <a:cubicBezTo>
                    <a:pt x="450" y="32"/>
                    <a:pt x="380" y="1"/>
                    <a:pt x="31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30" name="Google Shape;530;p30"/>
            <p:cNvSpPr/>
            <p:nvPr/>
          </p:nvSpPr>
          <p:spPr>
            <a:xfrm>
              <a:off x="7117263" y="2558675"/>
              <a:ext cx="27150" cy="19775"/>
            </a:xfrm>
            <a:custGeom>
              <a:avLst/>
              <a:gdLst/>
              <a:ahLst/>
              <a:cxnLst/>
              <a:rect l="l" t="t" r="r" b="b"/>
              <a:pathLst>
                <a:path w="1086" h="791" extrusionOk="0">
                  <a:moveTo>
                    <a:pt x="344" y="1"/>
                  </a:moveTo>
                  <a:cubicBezTo>
                    <a:pt x="245" y="1"/>
                    <a:pt x="155" y="56"/>
                    <a:pt x="93" y="139"/>
                  </a:cubicBezTo>
                  <a:cubicBezTo>
                    <a:pt x="0" y="263"/>
                    <a:pt x="62" y="449"/>
                    <a:pt x="186" y="542"/>
                  </a:cubicBezTo>
                  <a:cubicBezTo>
                    <a:pt x="310" y="604"/>
                    <a:pt x="434" y="697"/>
                    <a:pt x="590" y="759"/>
                  </a:cubicBezTo>
                  <a:cubicBezTo>
                    <a:pt x="621" y="759"/>
                    <a:pt x="652" y="790"/>
                    <a:pt x="714" y="790"/>
                  </a:cubicBezTo>
                  <a:cubicBezTo>
                    <a:pt x="993" y="790"/>
                    <a:pt x="1086" y="387"/>
                    <a:pt x="838" y="263"/>
                  </a:cubicBezTo>
                  <a:cubicBezTo>
                    <a:pt x="714" y="201"/>
                    <a:pt x="590" y="108"/>
                    <a:pt x="497" y="46"/>
                  </a:cubicBezTo>
                  <a:cubicBezTo>
                    <a:pt x="445" y="15"/>
                    <a:pt x="393" y="1"/>
                    <a:pt x="34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31" name="Google Shape;531;p30"/>
            <p:cNvSpPr/>
            <p:nvPr/>
          </p:nvSpPr>
          <p:spPr>
            <a:xfrm>
              <a:off x="7346788" y="2493350"/>
              <a:ext cx="20975" cy="23825"/>
            </a:xfrm>
            <a:custGeom>
              <a:avLst/>
              <a:gdLst/>
              <a:ahLst/>
              <a:cxnLst/>
              <a:rect l="l" t="t" r="r" b="b"/>
              <a:pathLst>
                <a:path w="839" h="953" extrusionOk="0">
                  <a:moveTo>
                    <a:pt x="504" y="1"/>
                  </a:moveTo>
                  <a:cubicBezTo>
                    <a:pt x="406" y="1"/>
                    <a:pt x="319" y="49"/>
                    <a:pt x="280" y="146"/>
                  </a:cubicBezTo>
                  <a:cubicBezTo>
                    <a:pt x="218" y="270"/>
                    <a:pt x="156" y="394"/>
                    <a:pt x="63" y="518"/>
                  </a:cubicBezTo>
                  <a:cubicBezTo>
                    <a:pt x="1" y="642"/>
                    <a:pt x="32" y="828"/>
                    <a:pt x="156" y="890"/>
                  </a:cubicBezTo>
                  <a:cubicBezTo>
                    <a:pt x="218" y="921"/>
                    <a:pt x="249" y="953"/>
                    <a:pt x="311" y="953"/>
                  </a:cubicBezTo>
                  <a:cubicBezTo>
                    <a:pt x="404" y="953"/>
                    <a:pt x="497" y="890"/>
                    <a:pt x="528" y="828"/>
                  </a:cubicBezTo>
                  <a:cubicBezTo>
                    <a:pt x="621" y="673"/>
                    <a:pt x="683" y="549"/>
                    <a:pt x="776" y="425"/>
                  </a:cubicBezTo>
                  <a:cubicBezTo>
                    <a:pt x="838" y="301"/>
                    <a:pt x="807" y="115"/>
                    <a:pt x="652" y="53"/>
                  </a:cubicBezTo>
                  <a:lnTo>
                    <a:pt x="683" y="53"/>
                  </a:lnTo>
                  <a:cubicBezTo>
                    <a:pt x="625" y="18"/>
                    <a:pt x="563" y="1"/>
                    <a:pt x="50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32" name="Google Shape;532;p30"/>
            <p:cNvSpPr/>
            <p:nvPr/>
          </p:nvSpPr>
          <p:spPr>
            <a:xfrm>
              <a:off x="7372388" y="2409350"/>
              <a:ext cx="13975" cy="24850"/>
            </a:xfrm>
            <a:custGeom>
              <a:avLst/>
              <a:gdLst/>
              <a:ahLst/>
              <a:cxnLst/>
              <a:rect l="l" t="t" r="r" b="b"/>
              <a:pathLst>
                <a:path w="559" h="994" extrusionOk="0">
                  <a:moveTo>
                    <a:pt x="280" y="1"/>
                  </a:moveTo>
                  <a:cubicBezTo>
                    <a:pt x="125" y="1"/>
                    <a:pt x="1" y="125"/>
                    <a:pt x="32" y="280"/>
                  </a:cubicBezTo>
                  <a:lnTo>
                    <a:pt x="32" y="497"/>
                  </a:lnTo>
                  <a:lnTo>
                    <a:pt x="32" y="714"/>
                  </a:lnTo>
                  <a:cubicBezTo>
                    <a:pt x="1" y="869"/>
                    <a:pt x="125" y="993"/>
                    <a:pt x="280" y="993"/>
                  </a:cubicBezTo>
                  <a:cubicBezTo>
                    <a:pt x="435" y="993"/>
                    <a:pt x="559" y="869"/>
                    <a:pt x="559" y="714"/>
                  </a:cubicBezTo>
                  <a:lnTo>
                    <a:pt x="559" y="497"/>
                  </a:lnTo>
                  <a:lnTo>
                    <a:pt x="559" y="280"/>
                  </a:lnTo>
                  <a:cubicBezTo>
                    <a:pt x="559" y="125"/>
                    <a:pt x="435" y="1"/>
                    <a:pt x="28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33" name="Google Shape;533;p30"/>
            <p:cNvSpPr/>
            <p:nvPr/>
          </p:nvSpPr>
          <p:spPr>
            <a:xfrm>
              <a:off x="7204113" y="2412900"/>
              <a:ext cx="140375" cy="111575"/>
            </a:xfrm>
            <a:custGeom>
              <a:avLst/>
              <a:gdLst/>
              <a:ahLst/>
              <a:cxnLst/>
              <a:rect l="l" t="t" r="r" b="b"/>
              <a:pathLst>
                <a:path w="5615" h="4463" extrusionOk="0">
                  <a:moveTo>
                    <a:pt x="1582" y="2030"/>
                  </a:moveTo>
                  <a:lnTo>
                    <a:pt x="1582" y="2185"/>
                  </a:lnTo>
                  <a:cubicBezTo>
                    <a:pt x="1582" y="2340"/>
                    <a:pt x="1706" y="2464"/>
                    <a:pt x="1862" y="2464"/>
                  </a:cubicBezTo>
                  <a:lnTo>
                    <a:pt x="4901" y="2464"/>
                  </a:lnTo>
                  <a:lnTo>
                    <a:pt x="4250" y="3581"/>
                  </a:lnTo>
                  <a:lnTo>
                    <a:pt x="1831" y="3581"/>
                  </a:lnTo>
                  <a:cubicBezTo>
                    <a:pt x="1706" y="3581"/>
                    <a:pt x="1582" y="3705"/>
                    <a:pt x="1582" y="3829"/>
                  </a:cubicBezTo>
                  <a:lnTo>
                    <a:pt x="1582" y="3922"/>
                  </a:lnTo>
                  <a:lnTo>
                    <a:pt x="621" y="2992"/>
                  </a:lnTo>
                  <a:lnTo>
                    <a:pt x="1582" y="2030"/>
                  </a:lnTo>
                  <a:close/>
                  <a:moveTo>
                    <a:pt x="2852" y="0"/>
                  </a:moveTo>
                  <a:cubicBezTo>
                    <a:pt x="2802" y="0"/>
                    <a:pt x="2751" y="14"/>
                    <a:pt x="2699" y="45"/>
                  </a:cubicBezTo>
                  <a:lnTo>
                    <a:pt x="2327" y="262"/>
                  </a:lnTo>
                  <a:cubicBezTo>
                    <a:pt x="2265" y="293"/>
                    <a:pt x="2203" y="355"/>
                    <a:pt x="2203" y="417"/>
                  </a:cubicBezTo>
                  <a:cubicBezTo>
                    <a:pt x="2172" y="479"/>
                    <a:pt x="2172" y="572"/>
                    <a:pt x="2234" y="634"/>
                  </a:cubicBezTo>
                  <a:lnTo>
                    <a:pt x="2947" y="1906"/>
                  </a:lnTo>
                  <a:lnTo>
                    <a:pt x="2079" y="1906"/>
                  </a:lnTo>
                  <a:cubicBezTo>
                    <a:pt x="2048" y="1720"/>
                    <a:pt x="1924" y="1565"/>
                    <a:pt x="1737" y="1503"/>
                  </a:cubicBezTo>
                  <a:cubicBezTo>
                    <a:pt x="1678" y="1473"/>
                    <a:pt x="1612" y="1459"/>
                    <a:pt x="1544" y="1459"/>
                  </a:cubicBezTo>
                  <a:cubicBezTo>
                    <a:pt x="1402" y="1459"/>
                    <a:pt x="1253" y="1522"/>
                    <a:pt x="1148" y="1627"/>
                  </a:cubicBezTo>
                  <a:lnTo>
                    <a:pt x="218" y="2589"/>
                  </a:lnTo>
                  <a:cubicBezTo>
                    <a:pt x="0" y="2775"/>
                    <a:pt x="0" y="3147"/>
                    <a:pt x="218" y="3364"/>
                  </a:cubicBezTo>
                  <a:lnTo>
                    <a:pt x="1148" y="4295"/>
                  </a:lnTo>
                  <a:cubicBezTo>
                    <a:pt x="1253" y="4400"/>
                    <a:pt x="1402" y="4462"/>
                    <a:pt x="1544" y="4462"/>
                  </a:cubicBezTo>
                  <a:cubicBezTo>
                    <a:pt x="1612" y="4462"/>
                    <a:pt x="1678" y="4448"/>
                    <a:pt x="1737" y="4419"/>
                  </a:cubicBezTo>
                  <a:cubicBezTo>
                    <a:pt x="1893" y="4357"/>
                    <a:pt x="2017" y="4233"/>
                    <a:pt x="2048" y="4077"/>
                  </a:cubicBezTo>
                  <a:lnTo>
                    <a:pt x="4374" y="4077"/>
                  </a:lnTo>
                  <a:cubicBezTo>
                    <a:pt x="4498" y="4077"/>
                    <a:pt x="4591" y="4046"/>
                    <a:pt x="4622" y="3953"/>
                  </a:cubicBezTo>
                  <a:lnTo>
                    <a:pt x="5584" y="2278"/>
                  </a:lnTo>
                  <a:cubicBezTo>
                    <a:pt x="5615" y="2216"/>
                    <a:pt x="5615" y="2092"/>
                    <a:pt x="5584" y="2030"/>
                  </a:cubicBezTo>
                  <a:lnTo>
                    <a:pt x="4777" y="603"/>
                  </a:lnTo>
                  <a:cubicBezTo>
                    <a:pt x="4711" y="518"/>
                    <a:pt x="4627" y="482"/>
                    <a:pt x="4546" y="482"/>
                  </a:cubicBezTo>
                  <a:cubicBezTo>
                    <a:pt x="4363" y="482"/>
                    <a:pt x="4195" y="667"/>
                    <a:pt x="4281" y="882"/>
                  </a:cubicBezTo>
                  <a:lnTo>
                    <a:pt x="4901" y="1906"/>
                  </a:lnTo>
                  <a:lnTo>
                    <a:pt x="3599" y="1906"/>
                  </a:lnTo>
                  <a:lnTo>
                    <a:pt x="2854" y="603"/>
                  </a:lnTo>
                  <a:lnTo>
                    <a:pt x="2978" y="541"/>
                  </a:lnTo>
                  <a:cubicBezTo>
                    <a:pt x="3133" y="448"/>
                    <a:pt x="3164" y="262"/>
                    <a:pt x="3102" y="138"/>
                  </a:cubicBezTo>
                  <a:cubicBezTo>
                    <a:pt x="3040" y="55"/>
                    <a:pt x="2951" y="0"/>
                    <a:pt x="285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34" name="Google Shape;534;p30"/>
            <p:cNvSpPr/>
            <p:nvPr/>
          </p:nvSpPr>
          <p:spPr>
            <a:xfrm>
              <a:off x="7144388" y="2282950"/>
              <a:ext cx="144875" cy="112475"/>
            </a:xfrm>
            <a:custGeom>
              <a:avLst/>
              <a:gdLst/>
              <a:ahLst/>
              <a:cxnLst/>
              <a:rect l="l" t="t" r="r" b="b"/>
              <a:pathLst>
                <a:path w="5795" h="4499" extrusionOk="0">
                  <a:moveTo>
                    <a:pt x="1769" y="838"/>
                  </a:moveTo>
                  <a:lnTo>
                    <a:pt x="2420" y="1924"/>
                  </a:lnTo>
                  <a:lnTo>
                    <a:pt x="1645" y="3227"/>
                  </a:lnTo>
                  <a:lnTo>
                    <a:pt x="683" y="2668"/>
                  </a:lnTo>
                  <a:lnTo>
                    <a:pt x="1769" y="838"/>
                  </a:lnTo>
                  <a:close/>
                  <a:moveTo>
                    <a:pt x="2234" y="528"/>
                  </a:moveTo>
                  <a:lnTo>
                    <a:pt x="3537" y="559"/>
                  </a:lnTo>
                  <a:lnTo>
                    <a:pt x="4716" y="2637"/>
                  </a:lnTo>
                  <a:cubicBezTo>
                    <a:pt x="4747" y="2699"/>
                    <a:pt x="4809" y="2730"/>
                    <a:pt x="4902" y="2761"/>
                  </a:cubicBezTo>
                  <a:cubicBezTo>
                    <a:pt x="4920" y="2771"/>
                    <a:pt x="4938" y="2774"/>
                    <a:pt x="4956" y="2774"/>
                  </a:cubicBezTo>
                  <a:cubicBezTo>
                    <a:pt x="5000" y="2774"/>
                    <a:pt x="5044" y="2752"/>
                    <a:pt x="5088" y="2730"/>
                  </a:cubicBezTo>
                  <a:lnTo>
                    <a:pt x="5181" y="2699"/>
                  </a:lnTo>
                  <a:lnTo>
                    <a:pt x="4840" y="3971"/>
                  </a:lnTo>
                  <a:lnTo>
                    <a:pt x="3537" y="3630"/>
                  </a:lnTo>
                  <a:lnTo>
                    <a:pt x="3661" y="3568"/>
                  </a:lnTo>
                  <a:cubicBezTo>
                    <a:pt x="3785" y="3475"/>
                    <a:pt x="3847" y="3289"/>
                    <a:pt x="3754" y="3165"/>
                  </a:cubicBezTo>
                  <a:lnTo>
                    <a:pt x="2234" y="528"/>
                  </a:lnTo>
                  <a:close/>
                  <a:moveTo>
                    <a:pt x="1769" y="1"/>
                  </a:moveTo>
                  <a:cubicBezTo>
                    <a:pt x="1676" y="1"/>
                    <a:pt x="1583" y="63"/>
                    <a:pt x="1521" y="156"/>
                  </a:cubicBezTo>
                  <a:lnTo>
                    <a:pt x="94" y="2637"/>
                  </a:lnTo>
                  <a:cubicBezTo>
                    <a:pt x="1" y="2792"/>
                    <a:pt x="32" y="2948"/>
                    <a:pt x="187" y="3041"/>
                  </a:cubicBezTo>
                  <a:lnTo>
                    <a:pt x="1614" y="3878"/>
                  </a:lnTo>
                  <a:cubicBezTo>
                    <a:pt x="1645" y="3878"/>
                    <a:pt x="1707" y="3909"/>
                    <a:pt x="1769" y="3909"/>
                  </a:cubicBezTo>
                  <a:lnTo>
                    <a:pt x="1831" y="3909"/>
                  </a:lnTo>
                  <a:cubicBezTo>
                    <a:pt x="1893" y="3878"/>
                    <a:pt x="1955" y="3816"/>
                    <a:pt x="1986" y="3785"/>
                  </a:cubicBezTo>
                  <a:lnTo>
                    <a:pt x="2731" y="2482"/>
                  </a:lnTo>
                  <a:lnTo>
                    <a:pt x="3165" y="3258"/>
                  </a:lnTo>
                  <a:cubicBezTo>
                    <a:pt x="2855" y="3537"/>
                    <a:pt x="2979" y="4033"/>
                    <a:pt x="3413" y="4157"/>
                  </a:cubicBezTo>
                  <a:lnTo>
                    <a:pt x="4685" y="4499"/>
                  </a:lnTo>
                  <a:lnTo>
                    <a:pt x="4840" y="4499"/>
                  </a:lnTo>
                  <a:cubicBezTo>
                    <a:pt x="5088" y="4499"/>
                    <a:pt x="5305" y="4343"/>
                    <a:pt x="5367" y="4126"/>
                  </a:cubicBezTo>
                  <a:lnTo>
                    <a:pt x="5708" y="2823"/>
                  </a:lnTo>
                  <a:cubicBezTo>
                    <a:pt x="5795" y="2479"/>
                    <a:pt x="5509" y="2134"/>
                    <a:pt x="5170" y="2134"/>
                  </a:cubicBezTo>
                  <a:cubicBezTo>
                    <a:pt x="5143" y="2134"/>
                    <a:pt x="5116" y="2136"/>
                    <a:pt x="5088" y="2141"/>
                  </a:cubicBezTo>
                  <a:lnTo>
                    <a:pt x="3909" y="156"/>
                  </a:lnTo>
                  <a:cubicBezTo>
                    <a:pt x="3878" y="63"/>
                    <a:pt x="3785" y="1"/>
                    <a:pt x="369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35" name="Google Shape;535;p30"/>
            <p:cNvSpPr/>
            <p:nvPr/>
          </p:nvSpPr>
          <p:spPr>
            <a:xfrm>
              <a:off x="7078488" y="2381925"/>
              <a:ext cx="110125" cy="132925"/>
            </a:xfrm>
            <a:custGeom>
              <a:avLst/>
              <a:gdLst/>
              <a:ahLst/>
              <a:cxnLst/>
              <a:rect l="l" t="t" r="r" b="b"/>
              <a:pathLst>
                <a:path w="4405" h="5317" extrusionOk="0">
                  <a:moveTo>
                    <a:pt x="2916" y="508"/>
                  </a:moveTo>
                  <a:lnTo>
                    <a:pt x="3257" y="1811"/>
                  </a:lnTo>
                  <a:lnTo>
                    <a:pt x="3133" y="1749"/>
                  </a:lnTo>
                  <a:cubicBezTo>
                    <a:pt x="3092" y="1718"/>
                    <a:pt x="3044" y="1704"/>
                    <a:pt x="2995" y="1704"/>
                  </a:cubicBezTo>
                  <a:cubicBezTo>
                    <a:pt x="2899" y="1704"/>
                    <a:pt x="2802" y="1760"/>
                    <a:pt x="2761" y="1842"/>
                  </a:cubicBezTo>
                  <a:lnTo>
                    <a:pt x="1241" y="4510"/>
                  </a:lnTo>
                  <a:lnTo>
                    <a:pt x="590" y="3393"/>
                  </a:lnTo>
                  <a:lnTo>
                    <a:pt x="1799" y="1315"/>
                  </a:lnTo>
                  <a:cubicBezTo>
                    <a:pt x="1892" y="1160"/>
                    <a:pt x="1861" y="1005"/>
                    <a:pt x="1706" y="912"/>
                  </a:cubicBezTo>
                  <a:lnTo>
                    <a:pt x="1613" y="881"/>
                  </a:lnTo>
                  <a:lnTo>
                    <a:pt x="2916" y="508"/>
                  </a:lnTo>
                  <a:close/>
                  <a:moveTo>
                    <a:pt x="3878" y="3672"/>
                  </a:moveTo>
                  <a:lnTo>
                    <a:pt x="3878" y="4789"/>
                  </a:lnTo>
                  <a:lnTo>
                    <a:pt x="1706" y="4789"/>
                  </a:lnTo>
                  <a:lnTo>
                    <a:pt x="2358" y="3672"/>
                  </a:lnTo>
                  <a:close/>
                  <a:moveTo>
                    <a:pt x="2866" y="0"/>
                  </a:moveTo>
                  <a:cubicBezTo>
                    <a:pt x="2830" y="0"/>
                    <a:pt x="2794" y="4"/>
                    <a:pt x="2761" y="12"/>
                  </a:cubicBezTo>
                  <a:lnTo>
                    <a:pt x="1458" y="353"/>
                  </a:lnTo>
                  <a:cubicBezTo>
                    <a:pt x="1086" y="477"/>
                    <a:pt x="931" y="943"/>
                    <a:pt x="1210" y="1253"/>
                  </a:cubicBezTo>
                  <a:lnTo>
                    <a:pt x="31" y="3269"/>
                  </a:lnTo>
                  <a:cubicBezTo>
                    <a:pt x="0" y="3331"/>
                    <a:pt x="0" y="3455"/>
                    <a:pt x="31" y="3517"/>
                  </a:cubicBezTo>
                  <a:lnTo>
                    <a:pt x="993" y="5192"/>
                  </a:lnTo>
                  <a:cubicBezTo>
                    <a:pt x="1024" y="5285"/>
                    <a:pt x="1117" y="5316"/>
                    <a:pt x="1241" y="5316"/>
                  </a:cubicBezTo>
                  <a:lnTo>
                    <a:pt x="4126" y="5316"/>
                  </a:lnTo>
                  <a:cubicBezTo>
                    <a:pt x="4281" y="5316"/>
                    <a:pt x="4405" y="5192"/>
                    <a:pt x="4405" y="5037"/>
                  </a:cubicBezTo>
                  <a:lnTo>
                    <a:pt x="4405" y="3393"/>
                  </a:lnTo>
                  <a:cubicBezTo>
                    <a:pt x="4374" y="3331"/>
                    <a:pt x="4374" y="3269"/>
                    <a:pt x="4312" y="3207"/>
                  </a:cubicBezTo>
                  <a:cubicBezTo>
                    <a:pt x="4250" y="3145"/>
                    <a:pt x="4188" y="3114"/>
                    <a:pt x="4126" y="3114"/>
                  </a:cubicBezTo>
                  <a:lnTo>
                    <a:pt x="2668" y="3114"/>
                  </a:lnTo>
                  <a:lnTo>
                    <a:pt x="3102" y="2339"/>
                  </a:lnTo>
                  <a:cubicBezTo>
                    <a:pt x="3156" y="2355"/>
                    <a:pt x="3210" y="2363"/>
                    <a:pt x="3262" y="2363"/>
                  </a:cubicBezTo>
                  <a:cubicBezTo>
                    <a:pt x="3604" y="2363"/>
                    <a:pt x="3892" y="2037"/>
                    <a:pt x="3785" y="1687"/>
                  </a:cubicBezTo>
                  <a:lnTo>
                    <a:pt x="3443" y="415"/>
                  </a:lnTo>
                  <a:cubicBezTo>
                    <a:pt x="3381" y="260"/>
                    <a:pt x="3288" y="136"/>
                    <a:pt x="3164" y="74"/>
                  </a:cubicBezTo>
                  <a:cubicBezTo>
                    <a:pt x="3073" y="29"/>
                    <a:pt x="2966" y="0"/>
                    <a:pt x="286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36" name="Google Shape;536;p30"/>
            <p:cNvSpPr/>
            <p:nvPr/>
          </p:nvSpPr>
          <p:spPr>
            <a:xfrm>
              <a:off x="7294838" y="2397725"/>
              <a:ext cx="14750" cy="13975"/>
            </a:xfrm>
            <a:custGeom>
              <a:avLst/>
              <a:gdLst/>
              <a:ahLst/>
              <a:cxnLst/>
              <a:rect l="l" t="t" r="r" b="b"/>
              <a:pathLst>
                <a:path w="590" h="559" extrusionOk="0">
                  <a:moveTo>
                    <a:pt x="280" y="1"/>
                  </a:moveTo>
                  <a:cubicBezTo>
                    <a:pt x="218" y="1"/>
                    <a:pt x="156" y="32"/>
                    <a:pt x="94" y="94"/>
                  </a:cubicBezTo>
                  <a:cubicBezTo>
                    <a:pt x="1" y="187"/>
                    <a:pt x="1" y="373"/>
                    <a:pt x="94" y="466"/>
                  </a:cubicBezTo>
                  <a:cubicBezTo>
                    <a:pt x="156" y="528"/>
                    <a:pt x="218" y="559"/>
                    <a:pt x="280" y="559"/>
                  </a:cubicBezTo>
                  <a:cubicBezTo>
                    <a:pt x="373" y="559"/>
                    <a:pt x="435" y="528"/>
                    <a:pt x="497" y="466"/>
                  </a:cubicBezTo>
                  <a:cubicBezTo>
                    <a:pt x="590" y="373"/>
                    <a:pt x="590" y="187"/>
                    <a:pt x="497" y="94"/>
                  </a:cubicBezTo>
                  <a:cubicBezTo>
                    <a:pt x="435" y="32"/>
                    <a:pt x="373" y="1"/>
                    <a:pt x="28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grpSp>
      <p:grpSp>
        <p:nvGrpSpPr>
          <p:cNvPr id="537" name="Google Shape;537;p30"/>
          <p:cNvGrpSpPr/>
          <p:nvPr/>
        </p:nvGrpSpPr>
        <p:grpSpPr>
          <a:xfrm>
            <a:off x="3370837" y="1601431"/>
            <a:ext cx="375253" cy="373122"/>
            <a:chOff x="1769513" y="2248450"/>
            <a:chExt cx="343575" cy="341625"/>
          </a:xfrm>
        </p:grpSpPr>
        <p:sp>
          <p:nvSpPr>
            <p:cNvPr id="538" name="Google Shape;538;p30"/>
            <p:cNvSpPr/>
            <p:nvPr/>
          </p:nvSpPr>
          <p:spPr>
            <a:xfrm>
              <a:off x="1842413" y="2254275"/>
              <a:ext cx="29500" cy="92300"/>
            </a:xfrm>
            <a:custGeom>
              <a:avLst/>
              <a:gdLst/>
              <a:ahLst/>
              <a:cxnLst/>
              <a:rect l="l" t="t" r="r" b="b"/>
              <a:pathLst>
                <a:path w="1180" h="3692" extrusionOk="0">
                  <a:moveTo>
                    <a:pt x="590" y="0"/>
                  </a:moveTo>
                  <a:cubicBezTo>
                    <a:pt x="218" y="341"/>
                    <a:pt x="1" y="838"/>
                    <a:pt x="1" y="1365"/>
                  </a:cubicBezTo>
                  <a:lnTo>
                    <a:pt x="1" y="3691"/>
                  </a:lnTo>
                  <a:lnTo>
                    <a:pt x="1180" y="3691"/>
                  </a:lnTo>
                  <a:lnTo>
                    <a:pt x="1180" y="1365"/>
                  </a:lnTo>
                  <a:cubicBezTo>
                    <a:pt x="1148" y="838"/>
                    <a:pt x="962" y="341"/>
                    <a:pt x="59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40" name="Google Shape;540;p30"/>
            <p:cNvSpPr/>
            <p:nvPr/>
          </p:nvSpPr>
          <p:spPr>
            <a:xfrm>
              <a:off x="1769513" y="2347325"/>
              <a:ext cx="86900" cy="59725"/>
            </a:xfrm>
            <a:custGeom>
              <a:avLst/>
              <a:gdLst/>
              <a:ahLst/>
              <a:cxnLst/>
              <a:rect l="l" t="t" r="r" b="b"/>
              <a:pathLst>
                <a:path w="3476" h="2389" extrusionOk="0">
                  <a:moveTo>
                    <a:pt x="2917" y="0"/>
                  </a:moveTo>
                  <a:lnTo>
                    <a:pt x="901" y="1179"/>
                  </a:lnTo>
                  <a:cubicBezTo>
                    <a:pt x="466" y="1427"/>
                    <a:pt x="156" y="1830"/>
                    <a:pt x="1" y="2327"/>
                  </a:cubicBezTo>
                  <a:cubicBezTo>
                    <a:pt x="166" y="2368"/>
                    <a:pt x="339" y="2389"/>
                    <a:pt x="511" y="2389"/>
                  </a:cubicBezTo>
                  <a:cubicBezTo>
                    <a:pt x="856" y="2389"/>
                    <a:pt x="1200" y="2306"/>
                    <a:pt x="1490" y="2141"/>
                  </a:cubicBezTo>
                  <a:lnTo>
                    <a:pt x="3475" y="962"/>
                  </a:lnTo>
                  <a:lnTo>
                    <a:pt x="291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41" name="Google Shape;541;p30"/>
            <p:cNvSpPr/>
            <p:nvPr/>
          </p:nvSpPr>
          <p:spPr>
            <a:xfrm>
              <a:off x="1834663" y="2338800"/>
              <a:ext cx="38800" cy="33275"/>
            </a:xfrm>
            <a:custGeom>
              <a:avLst/>
              <a:gdLst/>
              <a:ahLst/>
              <a:cxnLst/>
              <a:rect l="l" t="t" r="r" b="b"/>
              <a:pathLst>
                <a:path w="1552" h="1331" extrusionOk="0">
                  <a:moveTo>
                    <a:pt x="900" y="0"/>
                  </a:moveTo>
                  <a:cubicBezTo>
                    <a:pt x="280" y="0"/>
                    <a:pt x="1" y="714"/>
                    <a:pt x="404" y="1148"/>
                  </a:cubicBezTo>
                  <a:cubicBezTo>
                    <a:pt x="539" y="1274"/>
                    <a:pt x="702" y="1330"/>
                    <a:pt x="862" y="1330"/>
                  </a:cubicBezTo>
                  <a:cubicBezTo>
                    <a:pt x="1214" y="1330"/>
                    <a:pt x="1552" y="1057"/>
                    <a:pt x="1552" y="652"/>
                  </a:cubicBezTo>
                  <a:cubicBezTo>
                    <a:pt x="1552" y="279"/>
                    <a:pt x="1241" y="0"/>
                    <a:pt x="900" y="0"/>
                  </a:cubicBezTo>
                  <a:close/>
                </a:path>
              </a:pathLst>
            </a:custGeom>
            <a:solidFill>
              <a:srgbClr val="E1E3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42" name="Google Shape;542;p30"/>
            <p:cNvSpPr/>
            <p:nvPr/>
          </p:nvSpPr>
          <p:spPr>
            <a:xfrm>
              <a:off x="1843188" y="2372125"/>
              <a:ext cx="27175" cy="217950"/>
            </a:xfrm>
            <a:custGeom>
              <a:avLst/>
              <a:gdLst/>
              <a:ahLst/>
              <a:cxnLst/>
              <a:rect l="l" t="t" r="r" b="b"/>
              <a:pathLst>
                <a:path w="1087" h="8718" extrusionOk="0">
                  <a:moveTo>
                    <a:pt x="1" y="1"/>
                  </a:moveTo>
                  <a:lnTo>
                    <a:pt x="1" y="8717"/>
                  </a:lnTo>
                  <a:lnTo>
                    <a:pt x="1086" y="8717"/>
                  </a:lnTo>
                  <a:lnTo>
                    <a:pt x="1086" y="1"/>
                  </a:lnTo>
                  <a:close/>
                </a:path>
              </a:pathLst>
            </a:custGeom>
            <a:solidFill>
              <a:srgbClr val="B5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43" name="Google Shape;543;p30"/>
            <p:cNvSpPr/>
            <p:nvPr/>
          </p:nvSpPr>
          <p:spPr>
            <a:xfrm>
              <a:off x="1982013" y="2298475"/>
              <a:ext cx="78350" cy="67200"/>
            </a:xfrm>
            <a:custGeom>
              <a:avLst/>
              <a:gdLst/>
              <a:ahLst/>
              <a:cxnLst/>
              <a:rect l="l" t="t" r="r" b="b"/>
              <a:pathLst>
                <a:path w="3134" h="2688" extrusionOk="0">
                  <a:moveTo>
                    <a:pt x="1799" y="0"/>
                  </a:moveTo>
                  <a:cubicBezTo>
                    <a:pt x="590" y="0"/>
                    <a:pt x="0" y="1458"/>
                    <a:pt x="838" y="2296"/>
                  </a:cubicBezTo>
                  <a:cubicBezTo>
                    <a:pt x="1118" y="2566"/>
                    <a:pt x="1457" y="2688"/>
                    <a:pt x="1787" y="2688"/>
                  </a:cubicBezTo>
                  <a:cubicBezTo>
                    <a:pt x="2479" y="2688"/>
                    <a:pt x="3133" y="2153"/>
                    <a:pt x="3133" y="1334"/>
                  </a:cubicBezTo>
                  <a:cubicBezTo>
                    <a:pt x="3133" y="589"/>
                    <a:pt x="2513" y="0"/>
                    <a:pt x="1799" y="0"/>
                  </a:cubicBezTo>
                  <a:close/>
                </a:path>
              </a:pathLst>
            </a:custGeom>
            <a:solidFill>
              <a:srgbClr val="FFCB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44" name="Google Shape;544;p30"/>
            <p:cNvSpPr/>
            <p:nvPr/>
          </p:nvSpPr>
          <p:spPr>
            <a:xfrm>
              <a:off x="1965713" y="2556700"/>
              <a:ext cx="38025" cy="32600"/>
            </a:xfrm>
            <a:custGeom>
              <a:avLst/>
              <a:gdLst/>
              <a:ahLst/>
              <a:cxnLst/>
              <a:rect l="l" t="t" r="r" b="b"/>
              <a:pathLst>
                <a:path w="1521" h="1304" extrusionOk="0">
                  <a:moveTo>
                    <a:pt x="1" y="0"/>
                  </a:moveTo>
                  <a:lnTo>
                    <a:pt x="1" y="1303"/>
                  </a:lnTo>
                  <a:lnTo>
                    <a:pt x="1521" y="1303"/>
                  </a:lnTo>
                  <a:lnTo>
                    <a:pt x="1521" y="0"/>
                  </a:lnTo>
                  <a:close/>
                </a:path>
              </a:pathLst>
            </a:custGeom>
            <a:solidFill>
              <a:srgbClr val="E1E3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46" name="Google Shape;546;p30"/>
            <p:cNvSpPr/>
            <p:nvPr/>
          </p:nvSpPr>
          <p:spPr>
            <a:xfrm>
              <a:off x="2061138" y="2270075"/>
              <a:ext cx="30350" cy="26100"/>
            </a:xfrm>
            <a:custGeom>
              <a:avLst/>
              <a:gdLst/>
              <a:ahLst/>
              <a:cxnLst/>
              <a:rect l="l" t="t" r="r" b="b"/>
              <a:pathLst>
                <a:path w="1214" h="1044" extrusionOk="0">
                  <a:moveTo>
                    <a:pt x="819" y="0"/>
                  </a:moveTo>
                  <a:cubicBezTo>
                    <a:pt x="753" y="0"/>
                    <a:pt x="684" y="24"/>
                    <a:pt x="620" y="81"/>
                  </a:cubicBezTo>
                  <a:lnTo>
                    <a:pt x="185" y="578"/>
                  </a:lnTo>
                  <a:cubicBezTo>
                    <a:pt x="1" y="732"/>
                    <a:pt x="121" y="1008"/>
                    <a:pt x="365" y="1042"/>
                  </a:cubicBezTo>
                  <a:lnTo>
                    <a:pt x="365" y="1042"/>
                  </a:lnTo>
                  <a:cubicBezTo>
                    <a:pt x="445" y="1037"/>
                    <a:pt x="501" y="1006"/>
                    <a:pt x="558" y="950"/>
                  </a:cubicBezTo>
                  <a:lnTo>
                    <a:pt x="1023" y="485"/>
                  </a:lnTo>
                  <a:cubicBezTo>
                    <a:pt x="1214" y="270"/>
                    <a:pt x="1037" y="0"/>
                    <a:pt x="819" y="0"/>
                  </a:cubicBezTo>
                  <a:close/>
                  <a:moveTo>
                    <a:pt x="365" y="1042"/>
                  </a:moveTo>
                  <a:cubicBezTo>
                    <a:pt x="357" y="1043"/>
                    <a:pt x="349" y="1043"/>
                    <a:pt x="340" y="1043"/>
                  </a:cubicBezTo>
                  <a:lnTo>
                    <a:pt x="371" y="1043"/>
                  </a:lnTo>
                  <a:cubicBezTo>
                    <a:pt x="369" y="1043"/>
                    <a:pt x="367" y="1043"/>
                    <a:pt x="365" y="1042"/>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47" name="Google Shape;547;p30"/>
            <p:cNvSpPr/>
            <p:nvPr/>
          </p:nvSpPr>
          <p:spPr>
            <a:xfrm>
              <a:off x="1961913" y="2270075"/>
              <a:ext cx="31875" cy="25800"/>
            </a:xfrm>
            <a:custGeom>
              <a:avLst/>
              <a:gdLst/>
              <a:ahLst/>
              <a:cxnLst/>
              <a:rect l="l" t="t" r="r" b="b"/>
              <a:pathLst>
                <a:path w="1275" h="1032" extrusionOk="0">
                  <a:moveTo>
                    <a:pt x="401" y="0"/>
                  </a:moveTo>
                  <a:cubicBezTo>
                    <a:pt x="189" y="0"/>
                    <a:pt x="0" y="270"/>
                    <a:pt x="215" y="485"/>
                  </a:cubicBezTo>
                  <a:lnTo>
                    <a:pt x="680" y="950"/>
                  </a:lnTo>
                  <a:cubicBezTo>
                    <a:pt x="737" y="1007"/>
                    <a:pt x="803" y="1031"/>
                    <a:pt x="867" y="1031"/>
                  </a:cubicBezTo>
                  <a:cubicBezTo>
                    <a:pt x="1080" y="1031"/>
                    <a:pt x="1274" y="762"/>
                    <a:pt x="1083" y="547"/>
                  </a:cubicBezTo>
                  <a:lnTo>
                    <a:pt x="587" y="81"/>
                  </a:lnTo>
                  <a:cubicBezTo>
                    <a:pt x="530" y="24"/>
                    <a:pt x="464" y="0"/>
                    <a:pt x="40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49" name="Google Shape;549;p30"/>
            <p:cNvSpPr/>
            <p:nvPr/>
          </p:nvSpPr>
          <p:spPr>
            <a:xfrm>
              <a:off x="2062663" y="2368075"/>
              <a:ext cx="26375" cy="25800"/>
            </a:xfrm>
            <a:custGeom>
              <a:avLst/>
              <a:gdLst/>
              <a:ahLst/>
              <a:cxnLst/>
              <a:rect l="l" t="t" r="r" b="b"/>
              <a:pathLst>
                <a:path w="1055" h="1032" extrusionOk="0">
                  <a:moveTo>
                    <a:pt x="310" y="0"/>
                  </a:moveTo>
                  <a:cubicBezTo>
                    <a:pt x="241" y="0"/>
                    <a:pt x="171" y="23"/>
                    <a:pt x="124" y="70"/>
                  </a:cubicBezTo>
                  <a:cubicBezTo>
                    <a:pt x="0" y="194"/>
                    <a:pt x="0" y="349"/>
                    <a:pt x="124" y="473"/>
                  </a:cubicBezTo>
                  <a:lnTo>
                    <a:pt x="590" y="969"/>
                  </a:lnTo>
                  <a:cubicBezTo>
                    <a:pt x="621" y="1000"/>
                    <a:pt x="683" y="1031"/>
                    <a:pt x="776" y="1031"/>
                  </a:cubicBezTo>
                  <a:cubicBezTo>
                    <a:pt x="838" y="1031"/>
                    <a:pt x="900" y="1000"/>
                    <a:pt x="962" y="969"/>
                  </a:cubicBezTo>
                  <a:cubicBezTo>
                    <a:pt x="1055" y="845"/>
                    <a:pt x="1055" y="659"/>
                    <a:pt x="962" y="566"/>
                  </a:cubicBezTo>
                  <a:lnTo>
                    <a:pt x="497" y="70"/>
                  </a:lnTo>
                  <a:cubicBezTo>
                    <a:pt x="450" y="23"/>
                    <a:pt x="380" y="0"/>
                    <a:pt x="31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50" name="Google Shape;550;p30"/>
            <p:cNvSpPr/>
            <p:nvPr/>
          </p:nvSpPr>
          <p:spPr>
            <a:xfrm>
              <a:off x="1964163" y="2368250"/>
              <a:ext cx="27175" cy="25625"/>
            </a:xfrm>
            <a:custGeom>
              <a:avLst/>
              <a:gdLst/>
              <a:ahLst/>
              <a:cxnLst/>
              <a:rect l="l" t="t" r="r" b="b"/>
              <a:pathLst>
                <a:path w="1087" h="1025" extrusionOk="0">
                  <a:moveTo>
                    <a:pt x="792" y="1"/>
                  </a:moveTo>
                  <a:cubicBezTo>
                    <a:pt x="722" y="1"/>
                    <a:pt x="652" y="32"/>
                    <a:pt x="590" y="94"/>
                  </a:cubicBezTo>
                  <a:lnTo>
                    <a:pt x="590" y="63"/>
                  </a:lnTo>
                  <a:lnTo>
                    <a:pt x="125" y="559"/>
                  </a:lnTo>
                  <a:cubicBezTo>
                    <a:pt x="1" y="652"/>
                    <a:pt x="1" y="838"/>
                    <a:pt x="125" y="962"/>
                  </a:cubicBezTo>
                  <a:cubicBezTo>
                    <a:pt x="156" y="993"/>
                    <a:pt x="249" y="1024"/>
                    <a:pt x="311" y="1024"/>
                  </a:cubicBezTo>
                  <a:cubicBezTo>
                    <a:pt x="373" y="1024"/>
                    <a:pt x="435" y="993"/>
                    <a:pt x="497" y="962"/>
                  </a:cubicBezTo>
                  <a:lnTo>
                    <a:pt x="993" y="466"/>
                  </a:lnTo>
                  <a:cubicBezTo>
                    <a:pt x="1086" y="373"/>
                    <a:pt x="1086" y="187"/>
                    <a:pt x="993" y="94"/>
                  </a:cubicBezTo>
                  <a:cubicBezTo>
                    <a:pt x="931" y="32"/>
                    <a:pt x="862" y="1"/>
                    <a:pt x="79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51" name="Google Shape;551;p30"/>
            <p:cNvSpPr/>
            <p:nvPr/>
          </p:nvSpPr>
          <p:spPr>
            <a:xfrm>
              <a:off x="2080488" y="2324825"/>
              <a:ext cx="32600" cy="14000"/>
            </a:xfrm>
            <a:custGeom>
              <a:avLst/>
              <a:gdLst/>
              <a:ahLst/>
              <a:cxnLst/>
              <a:rect l="l" t="t" r="r" b="b"/>
              <a:pathLst>
                <a:path w="1304" h="560" extrusionOk="0">
                  <a:moveTo>
                    <a:pt x="280" y="1"/>
                  </a:moveTo>
                  <a:cubicBezTo>
                    <a:pt x="125" y="1"/>
                    <a:pt x="1" y="125"/>
                    <a:pt x="1" y="280"/>
                  </a:cubicBezTo>
                  <a:cubicBezTo>
                    <a:pt x="1" y="435"/>
                    <a:pt x="125" y="559"/>
                    <a:pt x="280" y="559"/>
                  </a:cubicBezTo>
                  <a:lnTo>
                    <a:pt x="962" y="559"/>
                  </a:lnTo>
                  <a:cubicBezTo>
                    <a:pt x="1304" y="559"/>
                    <a:pt x="1304" y="1"/>
                    <a:pt x="96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52" name="Google Shape;552;p30"/>
            <p:cNvSpPr/>
            <p:nvPr/>
          </p:nvSpPr>
          <p:spPr>
            <a:xfrm>
              <a:off x="2019613" y="2248450"/>
              <a:ext cx="14375" cy="29875"/>
            </a:xfrm>
            <a:custGeom>
              <a:avLst/>
              <a:gdLst/>
              <a:ahLst/>
              <a:cxnLst/>
              <a:rect l="l" t="t" r="r" b="b"/>
              <a:pathLst>
                <a:path w="575" h="1195" extrusionOk="0">
                  <a:moveTo>
                    <a:pt x="291" y="0"/>
                  </a:moveTo>
                  <a:cubicBezTo>
                    <a:pt x="148" y="0"/>
                    <a:pt x="1" y="78"/>
                    <a:pt x="16" y="233"/>
                  </a:cubicBezTo>
                  <a:lnTo>
                    <a:pt x="16" y="915"/>
                  </a:lnTo>
                  <a:cubicBezTo>
                    <a:pt x="16" y="1071"/>
                    <a:pt x="140" y="1195"/>
                    <a:pt x="295" y="1195"/>
                  </a:cubicBezTo>
                  <a:cubicBezTo>
                    <a:pt x="419" y="1195"/>
                    <a:pt x="544" y="1071"/>
                    <a:pt x="544" y="915"/>
                  </a:cubicBezTo>
                  <a:lnTo>
                    <a:pt x="544" y="233"/>
                  </a:lnTo>
                  <a:cubicBezTo>
                    <a:pt x="575" y="78"/>
                    <a:pt x="435" y="0"/>
                    <a:pt x="29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Georgia" panose="02040502050405020303" pitchFamily="18" charset="0"/>
              </a:endParaRPr>
            </a:p>
          </p:txBody>
        </p:sp>
        <p:sp>
          <p:nvSpPr>
            <p:cNvPr id="553" name="Google Shape;553;p30"/>
            <p:cNvSpPr/>
            <p:nvPr/>
          </p:nvSpPr>
          <p:spPr>
            <a:xfrm>
              <a:off x="2020013" y="2386675"/>
              <a:ext cx="13975" cy="29100"/>
            </a:xfrm>
            <a:custGeom>
              <a:avLst/>
              <a:gdLst/>
              <a:ahLst/>
              <a:cxnLst/>
              <a:rect l="l" t="t" r="r" b="b"/>
              <a:pathLst>
                <a:path w="559" h="1164" extrusionOk="0">
                  <a:moveTo>
                    <a:pt x="268" y="1"/>
                  </a:moveTo>
                  <a:cubicBezTo>
                    <a:pt x="140" y="1"/>
                    <a:pt x="16" y="86"/>
                    <a:pt x="0" y="256"/>
                  </a:cubicBezTo>
                  <a:lnTo>
                    <a:pt x="0" y="908"/>
                  </a:lnTo>
                  <a:cubicBezTo>
                    <a:pt x="16" y="1078"/>
                    <a:pt x="140" y="1164"/>
                    <a:pt x="268" y="1164"/>
                  </a:cubicBezTo>
                  <a:cubicBezTo>
                    <a:pt x="396" y="1164"/>
                    <a:pt x="528" y="1078"/>
                    <a:pt x="559" y="908"/>
                  </a:cubicBezTo>
                  <a:lnTo>
                    <a:pt x="559" y="256"/>
                  </a:lnTo>
                  <a:cubicBezTo>
                    <a:pt x="528" y="86"/>
                    <a:pt x="396" y="1"/>
                    <a:pt x="26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54" name="Google Shape;554;p30"/>
            <p:cNvSpPr/>
            <p:nvPr/>
          </p:nvSpPr>
          <p:spPr>
            <a:xfrm>
              <a:off x="1940138" y="2324825"/>
              <a:ext cx="34925" cy="14000"/>
            </a:xfrm>
            <a:custGeom>
              <a:avLst/>
              <a:gdLst/>
              <a:ahLst/>
              <a:cxnLst/>
              <a:rect l="l" t="t" r="r" b="b"/>
              <a:pathLst>
                <a:path w="1397" h="560" extrusionOk="0">
                  <a:moveTo>
                    <a:pt x="372" y="1"/>
                  </a:moveTo>
                  <a:cubicBezTo>
                    <a:pt x="0" y="1"/>
                    <a:pt x="0" y="559"/>
                    <a:pt x="372" y="559"/>
                  </a:cubicBezTo>
                  <a:lnTo>
                    <a:pt x="1024" y="559"/>
                  </a:lnTo>
                  <a:cubicBezTo>
                    <a:pt x="1396" y="559"/>
                    <a:pt x="1396" y="1"/>
                    <a:pt x="102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56" name="Google Shape;556;p30"/>
            <p:cNvSpPr/>
            <p:nvPr/>
          </p:nvSpPr>
          <p:spPr>
            <a:xfrm>
              <a:off x="1833863" y="2477750"/>
              <a:ext cx="19200" cy="13875"/>
            </a:xfrm>
            <a:custGeom>
              <a:avLst/>
              <a:gdLst/>
              <a:ahLst/>
              <a:cxnLst/>
              <a:rect l="l" t="t" r="r" b="b"/>
              <a:pathLst>
                <a:path w="768" h="555" extrusionOk="0">
                  <a:moveTo>
                    <a:pt x="386" y="1"/>
                  </a:moveTo>
                  <a:cubicBezTo>
                    <a:pt x="159" y="1"/>
                    <a:pt x="0" y="304"/>
                    <a:pt x="188" y="491"/>
                  </a:cubicBezTo>
                  <a:cubicBezTo>
                    <a:pt x="219" y="522"/>
                    <a:pt x="312" y="553"/>
                    <a:pt x="374" y="553"/>
                  </a:cubicBezTo>
                  <a:cubicBezTo>
                    <a:pt x="384" y="554"/>
                    <a:pt x="395" y="554"/>
                    <a:pt x="405" y="554"/>
                  </a:cubicBezTo>
                  <a:cubicBezTo>
                    <a:pt x="690" y="554"/>
                    <a:pt x="767" y="145"/>
                    <a:pt x="498" y="26"/>
                  </a:cubicBezTo>
                  <a:cubicBezTo>
                    <a:pt x="460" y="9"/>
                    <a:pt x="422" y="1"/>
                    <a:pt x="38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grpSp>
      <p:grpSp>
        <p:nvGrpSpPr>
          <p:cNvPr id="569" name="Google Shape;569;p30"/>
          <p:cNvGrpSpPr/>
          <p:nvPr/>
        </p:nvGrpSpPr>
        <p:grpSpPr>
          <a:xfrm>
            <a:off x="2808943" y="2775141"/>
            <a:ext cx="353217" cy="291864"/>
            <a:chOff x="6271988" y="3375950"/>
            <a:chExt cx="323400" cy="267225"/>
          </a:xfrm>
        </p:grpSpPr>
        <p:sp>
          <p:nvSpPr>
            <p:cNvPr id="570" name="Google Shape;570;p30"/>
            <p:cNvSpPr/>
            <p:nvPr/>
          </p:nvSpPr>
          <p:spPr>
            <a:xfrm>
              <a:off x="6271988" y="3375950"/>
              <a:ext cx="323400" cy="265675"/>
            </a:xfrm>
            <a:custGeom>
              <a:avLst/>
              <a:gdLst/>
              <a:ahLst/>
              <a:cxnLst/>
              <a:rect l="l" t="t" r="r" b="b"/>
              <a:pathLst>
                <a:path w="12936" h="10627" extrusionOk="0">
                  <a:moveTo>
                    <a:pt x="7473" y="1"/>
                  </a:moveTo>
                  <a:cubicBezTo>
                    <a:pt x="5936" y="1"/>
                    <a:pt x="4393" y="530"/>
                    <a:pt x="3133" y="1600"/>
                  </a:cubicBezTo>
                  <a:cubicBezTo>
                    <a:pt x="465" y="3864"/>
                    <a:pt x="0" y="7772"/>
                    <a:pt x="2016" y="10626"/>
                  </a:cubicBezTo>
                  <a:lnTo>
                    <a:pt x="2016" y="9696"/>
                  </a:lnTo>
                  <a:lnTo>
                    <a:pt x="3195" y="9696"/>
                  </a:lnTo>
                  <a:cubicBezTo>
                    <a:pt x="1613" y="7462"/>
                    <a:pt x="2016" y="4422"/>
                    <a:pt x="4095" y="2685"/>
                  </a:cubicBezTo>
                  <a:cubicBezTo>
                    <a:pt x="5087" y="1868"/>
                    <a:pt x="6285" y="1463"/>
                    <a:pt x="7476" y="1463"/>
                  </a:cubicBezTo>
                  <a:cubicBezTo>
                    <a:pt x="8817" y="1463"/>
                    <a:pt x="10148" y="1977"/>
                    <a:pt x="11167" y="2995"/>
                  </a:cubicBezTo>
                  <a:lnTo>
                    <a:pt x="10454" y="3709"/>
                  </a:lnTo>
                  <a:lnTo>
                    <a:pt x="12935" y="3709"/>
                  </a:lnTo>
                  <a:lnTo>
                    <a:pt x="12935" y="1258"/>
                  </a:lnTo>
                  <a:lnTo>
                    <a:pt x="12191" y="1972"/>
                  </a:lnTo>
                  <a:cubicBezTo>
                    <a:pt x="10897" y="662"/>
                    <a:pt x="9189" y="1"/>
                    <a:pt x="7473" y="1"/>
                  </a:cubicBezTo>
                  <a:close/>
                </a:path>
              </a:pathLst>
            </a:custGeom>
            <a:solidFill>
              <a:srgbClr val="F573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74" name="Google Shape;574;p30"/>
            <p:cNvSpPr/>
            <p:nvPr/>
          </p:nvSpPr>
          <p:spPr>
            <a:xfrm>
              <a:off x="6543388" y="3629175"/>
              <a:ext cx="15550" cy="14000"/>
            </a:xfrm>
            <a:custGeom>
              <a:avLst/>
              <a:gdLst/>
              <a:ahLst/>
              <a:cxnLst/>
              <a:rect l="l" t="t" r="r" b="b"/>
              <a:pathLst>
                <a:path w="622" h="560" extrusionOk="0">
                  <a:moveTo>
                    <a:pt x="311" y="1"/>
                  </a:moveTo>
                  <a:cubicBezTo>
                    <a:pt x="249" y="1"/>
                    <a:pt x="156" y="32"/>
                    <a:pt x="125" y="94"/>
                  </a:cubicBezTo>
                  <a:cubicBezTo>
                    <a:pt x="1" y="187"/>
                    <a:pt x="1" y="373"/>
                    <a:pt x="125" y="466"/>
                  </a:cubicBezTo>
                  <a:cubicBezTo>
                    <a:pt x="156" y="528"/>
                    <a:pt x="249" y="559"/>
                    <a:pt x="311" y="559"/>
                  </a:cubicBezTo>
                  <a:cubicBezTo>
                    <a:pt x="373" y="559"/>
                    <a:pt x="435" y="528"/>
                    <a:pt x="497" y="466"/>
                  </a:cubicBezTo>
                  <a:cubicBezTo>
                    <a:pt x="621" y="373"/>
                    <a:pt x="621" y="187"/>
                    <a:pt x="497" y="94"/>
                  </a:cubicBezTo>
                  <a:cubicBezTo>
                    <a:pt x="435" y="32"/>
                    <a:pt x="373" y="1"/>
                    <a:pt x="31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grpSp>
      <p:cxnSp>
        <p:nvCxnSpPr>
          <p:cNvPr id="576" name="Google Shape;576;p30"/>
          <p:cNvCxnSpPr>
            <a:stCxn id="449" idx="3"/>
            <a:endCxn id="445" idx="2"/>
          </p:cNvCxnSpPr>
          <p:nvPr/>
        </p:nvCxnSpPr>
        <p:spPr>
          <a:xfrm>
            <a:off x="2617134" y="1738572"/>
            <a:ext cx="584966" cy="52869"/>
          </a:xfrm>
          <a:prstGeom prst="straightConnector1">
            <a:avLst/>
          </a:prstGeom>
          <a:noFill/>
          <a:ln w="19050" cap="flat" cmpd="sng">
            <a:solidFill>
              <a:schemeClr val="dk1"/>
            </a:solidFill>
            <a:prstDash val="dot"/>
            <a:round/>
            <a:headEnd type="none" w="med" len="med"/>
            <a:tailEnd type="none" w="med" len="med"/>
          </a:ln>
        </p:spPr>
      </p:cxnSp>
      <p:cxnSp>
        <p:nvCxnSpPr>
          <p:cNvPr id="577" name="Google Shape;577;p30"/>
          <p:cNvCxnSpPr>
            <a:stCxn id="446" idx="2"/>
            <a:endCxn id="453" idx="3"/>
          </p:cNvCxnSpPr>
          <p:nvPr/>
        </p:nvCxnSpPr>
        <p:spPr>
          <a:xfrm flipH="1">
            <a:off x="2545800" y="2930799"/>
            <a:ext cx="64391" cy="45970"/>
          </a:xfrm>
          <a:prstGeom prst="straightConnector1">
            <a:avLst/>
          </a:prstGeom>
          <a:noFill/>
          <a:ln w="19050" cap="flat" cmpd="sng">
            <a:solidFill>
              <a:schemeClr val="dk1"/>
            </a:solidFill>
            <a:prstDash val="dot"/>
            <a:round/>
            <a:headEnd type="none" w="med" len="med"/>
            <a:tailEnd type="none" w="med" len="med"/>
          </a:ln>
        </p:spPr>
      </p:cxnSp>
      <p:cxnSp>
        <p:nvCxnSpPr>
          <p:cNvPr id="578" name="Google Shape;578;p30"/>
          <p:cNvCxnSpPr>
            <a:stCxn id="457" idx="3"/>
            <a:endCxn id="444" idx="2"/>
          </p:cNvCxnSpPr>
          <p:nvPr/>
        </p:nvCxnSpPr>
        <p:spPr>
          <a:xfrm>
            <a:off x="2545800" y="4123874"/>
            <a:ext cx="656400" cy="1800"/>
          </a:xfrm>
          <a:prstGeom prst="straightConnector1">
            <a:avLst/>
          </a:prstGeom>
          <a:noFill/>
          <a:ln w="19050" cap="flat" cmpd="sng">
            <a:solidFill>
              <a:schemeClr val="dk1"/>
            </a:solidFill>
            <a:prstDash val="dot"/>
            <a:round/>
            <a:headEnd type="none" w="med" len="med"/>
            <a:tailEnd type="none" w="med" len="med"/>
          </a:ln>
        </p:spPr>
      </p:cxnSp>
      <p:cxnSp>
        <p:nvCxnSpPr>
          <p:cNvPr id="579" name="Google Shape;579;p30"/>
          <p:cNvCxnSpPr>
            <a:cxnSpLocks/>
            <a:stCxn id="472" idx="2"/>
            <a:endCxn id="465" idx="1"/>
          </p:cNvCxnSpPr>
          <p:nvPr/>
        </p:nvCxnSpPr>
        <p:spPr>
          <a:xfrm>
            <a:off x="5921322" y="4125762"/>
            <a:ext cx="590714" cy="29955"/>
          </a:xfrm>
          <a:prstGeom prst="straightConnector1">
            <a:avLst/>
          </a:prstGeom>
          <a:noFill/>
          <a:ln w="19050" cap="flat" cmpd="sng">
            <a:solidFill>
              <a:schemeClr val="dk1"/>
            </a:solidFill>
            <a:prstDash val="dot"/>
            <a:round/>
            <a:headEnd type="none" w="med" len="med"/>
            <a:tailEnd type="none" w="med" len="med"/>
          </a:ln>
        </p:spPr>
      </p:cxnSp>
      <p:cxnSp>
        <p:nvCxnSpPr>
          <p:cNvPr id="580" name="Google Shape;580;p30"/>
          <p:cNvCxnSpPr>
            <a:cxnSpLocks/>
            <a:stCxn id="474" idx="2"/>
            <a:endCxn id="469" idx="1"/>
          </p:cNvCxnSpPr>
          <p:nvPr/>
        </p:nvCxnSpPr>
        <p:spPr>
          <a:xfrm>
            <a:off x="6460825" y="2958609"/>
            <a:ext cx="106599" cy="8578"/>
          </a:xfrm>
          <a:prstGeom prst="straightConnector1">
            <a:avLst/>
          </a:prstGeom>
          <a:noFill/>
          <a:ln w="19050" cap="flat" cmpd="sng">
            <a:solidFill>
              <a:schemeClr val="dk1"/>
            </a:solidFill>
            <a:prstDash val="dot"/>
            <a:round/>
            <a:headEnd type="none" w="med" len="med"/>
            <a:tailEnd type="none" w="med" len="med"/>
          </a:ln>
        </p:spPr>
      </p:cxnSp>
      <p:cxnSp>
        <p:nvCxnSpPr>
          <p:cNvPr id="581" name="Google Shape;581;p30"/>
          <p:cNvCxnSpPr>
            <a:stCxn id="473" idx="2"/>
            <a:endCxn id="461" idx="1"/>
          </p:cNvCxnSpPr>
          <p:nvPr/>
        </p:nvCxnSpPr>
        <p:spPr>
          <a:xfrm flipV="1">
            <a:off x="5921325" y="1752402"/>
            <a:ext cx="686296" cy="39039"/>
          </a:xfrm>
          <a:prstGeom prst="straightConnector1">
            <a:avLst/>
          </a:prstGeom>
          <a:noFill/>
          <a:ln w="19050" cap="flat" cmpd="sng">
            <a:solidFill>
              <a:schemeClr val="dk1"/>
            </a:solidFill>
            <a:prstDash val="dot"/>
            <a:round/>
            <a:headEnd type="none" w="med" len="med"/>
            <a:tailEnd type="none" w="med" len="med"/>
          </a:ln>
        </p:spPr>
      </p:cxnSp>
      <p:sp>
        <p:nvSpPr>
          <p:cNvPr id="582" name="Google Shape;582;p30"/>
          <p:cNvSpPr/>
          <p:nvPr/>
        </p:nvSpPr>
        <p:spPr>
          <a:xfrm rot="5400000">
            <a:off x="4521175" y="1367999"/>
            <a:ext cx="104100" cy="903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83" name="Google Shape;583;p30"/>
          <p:cNvSpPr/>
          <p:nvPr/>
        </p:nvSpPr>
        <p:spPr>
          <a:xfrm rot="9095240">
            <a:off x="5923455" y="2249825"/>
            <a:ext cx="104031" cy="90479"/>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84" name="Google Shape;584;p30"/>
          <p:cNvSpPr/>
          <p:nvPr/>
        </p:nvSpPr>
        <p:spPr>
          <a:xfrm rot="-5400000">
            <a:off x="4509659" y="4458372"/>
            <a:ext cx="104100" cy="903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85" name="Google Shape;585;p30"/>
          <p:cNvSpPr/>
          <p:nvPr/>
        </p:nvSpPr>
        <p:spPr>
          <a:xfrm rot="1300715">
            <a:off x="3117323" y="2249886"/>
            <a:ext cx="103952" cy="9036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86" name="Google Shape;586;p30"/>
          <p:cNvSpPr/>
          <p:nvPr/>
        </p:nvSpPr>
        <p:spPr>
          <a:xfrm rot="-1704760">
            <a:off x="3107612" y="3532879"/>
            <a:ext cx="104031" cy="90479"/>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87" name="Google Shape;587;p30"/>
          <p:cNvSpPr/>
          <p:nvPr/>
        </p:nvSpPr>
        <p:spPr>
          <a:xfrm rot="-9499285">
            <a:off x="5941996" y="3532937"/>
            <a:ext cx="103952" cy="9036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pic>
        <p:nvPicPr>
          <p:cNvPr id="4" name="Image 3">
            <a:extLst>
              <a:ext uri="{FF2B5EF4-FFF2-40B4-BE49-F238E27FC236}">
                <a16:creationId xmlns:a16="http://schemas.microsoft.com/office/drawing/2014/main" id="{E3D6B33E-5C3E-3568-0459-4B1E200D49EE}"/>
              </a:ext>
            </a:extLst>
          </p:cNvPr>
          <p:cNvPicPr>
            <a:picLocks noChangeAspect="1"/>
          </p:cNvPicPr>
          <p:nvPr/>
        </p:nvPicPr>
        <p:blipFill>
          <a:blip r:embed="rId3"/>
          <a:stretch>
            <a:fillRect/>
          </a:stretch>
        </p:blipFill>
        <p:spPr>
          <a:xfrm>
            <a:off x="3318147" y="1500136"/>
            <a:ext cx="483803" cy="483803"/>
          </a:xfrm>
          <a:prstGeom prst="rect">
            <a:avLst/>
          </a:prstGeom>
        </p:spPr>
      </p:pic>
      <p:pic>
        <p:nvPicPr>
          <p:cNvPr id="5" name="Image 4">
            <a:extLst>
              <a:ext uri="{FF2B5EF4-FFF2-40B4-BE49-F238E27FC236}">
                <a16:creationId xmlns:a16="http://schemas.microsoft.com/office/drawing/2014/main" id="{4C0DAA60-3DB8-0342-CDB5-2F0E638F8215}"/>
              </a:ext>
            </a:extLst>
          </p:cNvPr>
          <p:cNvPicPr>
            <a:picLocks noChangeAspect="1"/>
          </p:cNvPicPr>
          <p:nvPr/>
        </p:nvPicPr>
        <p:blipFill>
          <a:blip r:embed="rId4"/>
          <a:stretch>
            <a:fillRect/>
          </a:stretch>
        </p:blipFill>
        <p:spPr>
          <a:xfrm>
            <a:off x="3290751" y="3847916"/>
            <a:ext cx="554445" cy="554445"/>
          </a:xfrm>
          <a:prstGeom prst="rect">
            <a:avLst/>
          </a:prstGeom>
        </p:spPr>
      </p:pic>
      <p:pic>
        <p:nvPicPr>
          <p:cNvPr id="8" name="Image 7">
            <a:extLst>
              <a:ext uri="{FF2B5EF4-FFF2-40B4-BE49-F238E27FC236}">
                <a16:creationId xmlns:a16="http://schemas.microsoft.com/office/drawing/2014/main" id="{B609CACE-B955-3B23-4FAB-0BC69EC883B5}"/>
              </a:ext>
            </a:extLst>
          </p:cNvPr>
          <p:cNvPicPr>
            <a:picLocks noChangeAspect="1"/>
          </p:cNvPicPr>
          <p:nvPr/>
        </p:nvPicPr>
        <p:blipFill>
          <a:blip r:embed="rId5"/>
          <a:stretch>
            <a:fillRect/>
          </a:stretch>
        </p:blipFill>
        <p:spPr>
          <a:xfrm>
            <a:off x="2749890" y="2705530"/>
            <a:ext cx="468978" cy="468978"/>
          </a:xfrm>
          <a:prstGeom prst="rect">
            <a:avLst/>
          </a:prstGeom>
        </p:spPr>
      </p:pic>
      <p:pic>
        <p:nvPicPr>
          <p:cNvPr id="9" name="Image 8">
            <a:extLst>
              <a:ext uri="{FF2B5EF4-FFF2-40B4-BE49-F238E27FC236}">
                <a16:creationId xmlns:a16="http://schemas.microsoft.com/office/drawing/2014/main" id="{7CF4BB67-88AC-67AB-C5B3-7FF67CF512F3}"/>
              </a:ext>
            </a:extLst>
          </p:cNvPr>
          <p:cNvPicPr>
            <a:picLocks noChangeAspect="1"/>
          </p:cNvPicPr>
          <p:nvPr/>
        </p:nvPicPr>
        <p:blipFill>
          <a:blip r:embed="rId6"/>
          <a:stretch>
            <a:fillRect/>
          </a:stretch>
        </p:blipFill>
        <p:spPr>
          <a:xfrm>
            <a:off x="5309498" y="1534781"/>
            <a:ext cx="512585" cy="512585"/>
          </a:xfrm>
          <a:prstGeom prst="rect">
            <a:avLst/>
          </a:prstGeom>
        </p:spPr>
      </p:pic>
      <p:pic>
        <p:nvPicPr>
          <p:cNvPr id="10" name="Image 9">
            <a:extLst>
              <a:ext uri="{FF2B5EF4-FFF2-40B4-BE49-F238E27FC236}">
                <a16:creationId xmlns:a16="http://schemas.microsoft.com/office/drawing/2014/main" id="{A811DCE0-BFAB-380C-0622-A398B6FC5939}"/>
              </a:ext>
            </a:extLst>
          </p:cNvPr>
          <p:cNvPicPr>
            <a:picLocks noChangeAspect="1"/>
          </p:cNvPicPr>
          <p:nvPr/>
        </p:nvPicPr>
        <p:blipFill>
          <a:blip r:embed="rId7"/>
          <a:stretch>
            <a:fillRect/>
          </a:stretch>
        </p:blipFill>
        <p:spPr>
          <a:xfrm>
            <a:off x="5857163" y="2705530"/>
            <a:ext cx="487002" cy="487002"/>
          </a:xfrm>
          <a:prstGeom prst="rect">
            <a:avLst/>
          </a:prstGeom>
        </p:spPr>
      </p:pic>
      <p:pic>
        <p:nvPicPr>
          <p:cNvPr id="12" name="Image 11">
            <a:extLst>
              <a:ext uri="{FF2B5EF4-FFF2-40B4-BE49-F238E27FC236}">
                <a16:creationId xmlns:a16="http://schemas.microsoft.com/office/drawing/2014/main" id="{4F5FB6C8-B9CC-A585-4487-C0AB5DE57FF2}"/>
              </a:ext>
            </a:extLst>
          </p:cNvPr>
          <p:cNvPicPr>
            <a:picLocks noChangeAspect="1"/>
          </p:cNvPicPr>
          <p:nvPr/>
        </p:nvPicPr>
        <p:blipFill>
          <a:blip r:embed="rId8"/>
          <a:stretch>
            <a:fillRect/>
          </a:stretch>
        </p:blipFill>
        <p:spPr>
          <a:xfrm>
            <a:off x="5324850" y="3874273"/>
            <a:ext cx="528088" cy="52808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8"/>
          <p:cNvSpPr/>
          <p:nvPr/>
        </p:nvSpPr>
        <p:spPr>
          <a:xfrm>
            <a:off x="2597104" y="2743749"/>
            <a:ext cx="765600" cy="484800"/>
          </a:xfrm>
          <a:prstGeom prst="homePlat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grpSp>
        <p:nvGrpSpPr>
          <p:cNvPr id="256" name="Google Shape;256;p28"/>
          <p:cNvGrpSpPr/>
          <p:nvPr/>
        </p:nvGrpSpPr>
        <p:grpSpPr>
          <a:xfrm>
            <a:off x="1154618" y="1305837"/>
            <a:ext cx="2519521" cy="1956362"/>
            <a:chOff x="1670275" y="1337401"/>
            <a:chExt cx="1935300" cy="1956362"/>
          </a:xfrm>
        </p:grpSpPr>
        <p:sp>
          <p:nvSpPr>
            <p:cNvPr id="257" name="Google Shape;257;p28"/>
            <p:cNvSpPr/>
            <p:nvPr/>
          </p:nvSpPr>
          <p:spPr>
            <a:xfrm>
              <a:off x="1670275" y="1337401"/>
              <a:ext cx="1935300" cy="1006500"/>
            </a:xfrm>
            <a:prstGeom prst="roundRect">
              <a:avLst>
                <a:gd name="adj" fmla="val 16667"/>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258" name="Google Shape;258;p28"/>
            <p:cNvSpPr/>
            <p:nvPr/>
          </p:nvSpPr>
          <p:spPr>
            <a:xfrm>
              <a:off x="2316163" y="2650263"/>
              <a:ext cx="643500" cy="6435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Georgia" panose="02040502050405020303" pitchFamily="18" charset="0"/>
              </a:endParaRPr>
            </a:p>
          </p:txBody>
        </p:sp>
        <p:sp>
          <p:nvSpPr>
            <p:cNvPr id="259" name="Google Shape;259;p28"/>
            <p:cNvSpPr txBox="1"/>
            <p:nvPr/>
          </p:nvSpPr>
          <p:spPr>
            <a:xfrm>
              <a:off x="1778579" y="1442244"/>
              <a:ext cx="1782600" cy="33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600" b="1" dirty="0">
                  <a:latin typeface="Georgia" panose="02040502050405020303" pitchFamily="18" charset="0"/>
                  <a:ea typeface="Fira Sans Extra Condensed SemiBold"/>
                  <a:cs typeface="Fira Sans Extra Condensed SemiBold"/>
                  <a:sym typeface="Fira Sans Extra Condensed SemiBold"/>
                </a:rPr>
                <a:t>matière premiere</a:t>
              </a:r>
              <a:endParaRPr sz="1600" b="1" dirty="0">
                <a:solidFill>
                  <a:srgbClr val="000000"/>
                </a:solidFill>
                <a:latin typeface="Georgia" panose="02040502050405020303" pitchFamily="18" charset="0"/>
                <a:ea typeface="Fira Sans Extra Condensed SemiBold"/>
                <a:cs typeface="Fira Sans Extra Condensed SemiBold"/>
                <a:sym typeface="Fira Sans Extra Condensed SemiBold"/>
              </a:endParaRPr>
            </a:p>
          </p:txBody>
        </p:sp>
        <p:sp>
          <p:nvSpPr>
            <p:cNvPr id="260" name="Google Shape;260;p28"/>
            <p:cNvSpPr txBox="1"/>
            <p:nvPr/>
          </p:nvSpPr>
          <p:spPr>
            <a:xfrm>
              <a:off x="1746625" y="1789207"/>
              <a:ext cx="1782600" cy="484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200" dirty="0">
                <a:solidFill>
                  <a:srgbClr val="000000"/>
                </a:solidFill>
                <a:latin typeface="Georgia" panose="02040502050405020303" pitchFamily="18" charset="0"/>
                <a:ea typeface="Roboto"/>
                <a:cs typeface="Roboto"/>
                <a:sym typeface="Roboto"/>
              </a:endParaRPr>
            </a:p>
          </p:txBody>
        </p:sp>
        <p:cxnSp>
          <p:nvCxnSpPr>
            <p:cNvPr id="261" name="Google Shape;261;p28"/>
            <p:cNvCxnSpPr>
              <a:stCxn id="257" idx="2"/>
              <a:endCxn id="258" idx="0"/>
            </p:cNvCxnSpPr>
            <p:nvPr/>
          </p:nvCxnSpPr>
          <p:spPr>
            <a:xfrm>
              <a:off x="2637925" y="2343901"/>
              <a:ext cx="0" cy="306300"/>
            </a:xfrm>
            <a:prstGeom prst="straightConnector1">
              <a:avLst/>
            </a:prstGeom>
            <a:noFill/>
            <a:ln w="19050" cap="flat" cmpd="sng">
              <a:solidFill>
                <a:schemeClr val="dk1"/>
              </a:solidFill>
              <a:prstDash val="dot"/>
              <a:round/>
              <a:headEnd type="none" w="med" len="med"/>
              <a:tailEnd type="none" w="med" len="med"/>
            </a:ln>
          </p:spPr>
        </p:cxnSp>
      </p:grpSp>
      <p:sp>
        <p:nvSpPr>
          <p:cNvPr id="262" name="Google Shape;262;p28"/>
          <p:cNvSpPr/>
          <p:nvPr/>
        </p:nvSpPr>
        <p:spPr>
          <a:xfrm>
            <a:off x="4126300" y="2729613"/>
            <a:ext cx="765600" cy="484800"/>
          </a:xfrm>
          <a:prstGeom prst="homePlate">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grpSp>
        <p:nvGrpSpPr>
          <p:cNvPr id="263" name="Google Shape;263;p28"/>
          <p:cNvGrpSpPr/>
          <p:nvPr/>
        </p:nvGrpSpPr>
        <p:grpSpPr>
          <a:xfrm>
            <a:off x="3011888" y="2598388"/>
            <a:ext cx="2147414" cy="2008226"/>
            <a:chOff x="2959663" y="2598388"/>
            <a:chExt cx="1935300" cy="2008226"/>
          </a:xfrm>
        </p:grpSpPr>
        <p:sp>
          <p:nvSpPr>
            <p:cNvPr id="264" name="Google Shape;264;p28"/>
            <p:cNvSpPr/>
            <p:nvPr/>
          </p:nvSpPr>
          <p:spPr>
            <a:xfrm>
              <a:off x="2959663" y="3600114"/>
              <a:ext cx="1935300" cy="1006500"/>
            </a:xfrm>
            <a:prstGeom prst="roundRect">
              <a:avLst>
                <a:gd name="adj" fmla="val 16667"/>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265" name="Google Shape;265;p28"/>
            <p:cNvSpPr txBox="1"/>
            <p:nvPr/>
          </p:nvSpPr>
          <p:spPr>
            <a:xfrm>
              <a:off x="3036013" y="3684189"/>
              <a:ext cx="1782600" cy="33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dirty="0">
                  <a:solidFill>
                    <a:srgbClr val="000000"/>
                  </a:solidFill>
                  <a:latin typeface="Georgia" panose="02040502050405020303" pitchFamily="18" charset="0"/>
                  <a:ea typeface="Fira Sans Extra Condensed SemiBold"/>
                  <a:cs typeface="Fira Sans Extra Condensed SemiBold"/>
                  <a:sym typeface="Fira Sans Extra Condensed SemiBold"/>
                </a:rPr>
                <a:t>fabrication</a:t>
              </a:r>
              <a:endParaRPr sz="1600" b="1" dirty="0">
                <a:solidFill>
                  <a:srgbClr val="000000"/>
                </a:solidFill>
                <a:latin typeface="Georgia" panose="02040502050405020303" pitchFamily="18" charset="0"/>
                <a:ea typeface="Fira Sans Extra Condensed SemiBold"/>
                <a:cs typeface="Fira Sans Extra Condensed SemiBold"/>
                <a:sym typeface="Fira Sans Extra Condensed SemiBold"/>
              </a:endParaRPr>
            </a:p>
          </p:txBody>
        </p:sp>
        <p:sp>
          <p:nvSpPr>
            <p:cNvPr id="266" name="Google Shape;266;p28"/>
            <p:cNvSpPr txBox="1"/>
            <p:nvPr/>
          </p:nvSpPr>
          <p:spPr>
            <a:xfrm>
              <a:off x="3036013" y="4019889"/>
              <a:ext cx="1782600" cy="484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200" dirty="0">
                <a:solidFill>
                  <a:srgbClr val="000000"/>
                </a:solidFill>
                <a:latin typeface="Georgia" panose="02040502050405020303" pitchFamily="18" charset="0"/>
                <a:ea typeface="Roboto"/>
                <a:cs typeface="Roboto"/>
                <a:sym typeface="Roboto"/>
              </a:endParaRPr>
            </a:p>
          </p:txBody>
        </p:sp>
        <p:sp>
          <p:nvSpPr>
            <p:cNvPr id="267" name="Google Shape;267;p28"/>
            <p:cNvSpPr/>
            <p:nvPr/>
          </p:nvSpPr>
          <p:spPr>
            <a:xfrm>
              <a:off x="3502953" y="2598388"/>
              <a:ext cx="643500" cy="6435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Georgia" panose="02040502050405020303" pitchFamily="18" charset="0"/>
              </a:endParaRPr>
            </a:p>
          </p:txBody>
        </p:sp>
        <p:cxnSp>
          <p:nvCxnSpPr>
            <p:cNvPr id="268" name="Google Shape;268;p28"/>
            <p:cNvCxnSpPr>
              <a:stCxn id="267" idx="4"/>
              <a:endCxn id="264" idx="0"/>
            </p:cNvCxnSpPr>
            <p:nvPr/>
          </p:nvCxnSpPr>
          <p:spPr>
            <a:xfrm>
              <a:off x="3824703" y="3241888"/>
              <a:ext cx="102610" cy="358226"/>
            </a:xfrm>
            <a:prstGeom prst="straightConnector1">
              <a:avLst/>
            </a:prstGeom>
            <a:noFill/>
            <a:ln w="19050" cap="flat" cmpd="sng">
              <a:solidFill>
                <a:schemeClr val="dk1"/>
              </a:solidFill>
              <a:prstDash val="dot"/>
              <a:round/>
              <a:headEnd type="none" w="med" len="med"/>
              <a:tailEnd type="none" w="med" len="med"/>
            </a:ln>
          </p:spPr>
        </p:cxnSp>
      </p:grpSp>
      <p:sp>
        <p:nvSpPr>
          <p:cNvPr id="269" name="Google Shape;269;p28"/>
          <p:cNvSpPr/>
          <p:nvPr/>
        </p:nvSpPr>
        <p:spPr>
          <a:xfrm>
            <a:off x="5414113" y="2729613"/>
            <a:ext cx="765600" cy="484800"/>
          </a:xfrm>
          <a:prstGeom prst="homePlate">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grpSp>
        <p:nvGrpSpPr>
          <p:cNvPr id="270" name="Google Shape;270;p28"/>
          <p:cNvGrpSpPr/>
          <p:nvPr/>
        </p:nvGrpSpPr>
        <p:grpSpPr>
          <a:xfrm>
            <a:off x="4145824" y="1319566"/>
            <a:ext cx="2186087" cy="1956362"/>
            <a:chOff x="4249063" y="1337401"/>
            <a:chExt cx="1935300" cy="1956362"/>
          </a:xfrm>
        </p:grpSpPr>
        <p:sp>
          <p:nvSpPr>
            <p:cNvPr id="271" name="Google Shape;271;p28"/>
            <p:cNvSpPr/>
            <p:nvPr/>
          </p:nvSpPr>
          <p:spPr>
            <a:xfrm>
              <a:off x="4249063" y="1337401"/>
              <a:ext cx="1935300" cy="1006500"/>
            </a:xfrm>
            <a:prstGeom prst="roundRect">
              <a:avLst>
                <a:gd name="adj" fmla="val 16667"/>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272" name="Google Shape;272;p28"/>
            <p:cNvSpPr/>
            <p:nvPr/>
          </p:nvSpPr>
          <p:spPr>
            <a:xfrm>
              <a:off x="4894950" y="2650263"/>
              <a:ext cx="643500" cy="6435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273" name="Google Shape;273;p28"/>
            <p:cNvSpPr txBox="1"/>
            <p:nvPr/>
          </p:nvSpPr>
          <p:spPr>
            <a:xfrm>
              <a:off x="4325413" y="1437620"/>
              <a:ext cx="1782600" cy="33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600" b="1" dirty="0">
                  <a:latin typeface="Georgia" panose="02040502050405020303" pitchFamily="18" charset="0"/>
                  <a:ea typeface="Fira Sans Extra Condensed SemiBold"/>
                  <a:cs typeface="Fira Sans Extra Condensed SemiBold"/>
                  <a:sym typeface="Fira Sans Extra Condensed SemiBold"/>
                </a:rPr>
                <a:t>D</a:t>
              </a:r>
              <a:r>
                <a:rPr lang="en-US" sz="1600" b="1" dirty="0">
                  <a:solidFill>
                    <a:srgbClr val="000000"/>
                  </a:solidFill>
                  <a:latin typeface="Georgia" panose="02040502050405020303" pitchFamily="18" charset="0"/>
                  <a:ea typeface="Fira Sans Extra Condensed SemiBold"/>
                  <a:cs typeface="Fira Sans Extra Condensed SemiBold"/>
                  <a:sym typeface="Fira Sans Extra Condensed SemiBold"/>
                </a:rPr>
                <a:t>istribution</a:t>
              </a:r>
              <a:endParaRPr sz="1600" b="1" dirty="0">
                <a:solidFill>
                  <a:srgbClr val="000000"/>
                </a:solidFill>
                <a:latin typeface="Georgia" panose="02040502050405020303" pitchFamily="18" charset="0"/>
                <a:ea typeface="Fira Sans Extra Condensed SemiBold"/>
                <a:cs typeface="Fira Sans Extra Condensed SemiBold"/>
                <a:sym typeface="Fira Sans Extra Condensed SemiBold"/>
              </a:endParaRPr>
            </a:p>
          </p:txBody>
        </p:sp>
        <p:sp>
          <p:nvSpPr>
            <p:cNvPr id="274" name="Google Shape;274;p28"/>
            <p:cNvSpPr txBox="1"/>
            <p:nvPr/>
          </p:nvSpPr>
          <p:spPr>
            <a:xfrm>
              <a:off x="4325413" y="1789207"/>
              <a:ext cx="1782600" cy="484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200" dirty="0">
                <a:solidFill>
                  <a:srgbClr val="000000"/>
                </a:solidFill>
                <a:latin typeface="Georgia" panose="02040502050405020303" pitchFamily="18" charset="0"/>
                <a:ea typeface="Roboto"/>
                <a:cs typeface="Roboto"/>
                <a:sym typeface="Roboto"/>
              </a:endParaRPr>
            </a:p>
          </p:txBody>
        </p:sp>
        <p:cxnSp>
          <p:nvCxnSpPr>
            <p:cNvPr id="275" name="Google Shape;275;p28"/>
            <p:cNvCxnSpPr>
              <a:stCxn id="271" idx="2"/>
              <a:endCxn id="272" idx="0"/>
            </p:cNvCxnSpPr>
            <p:nvPr/>
          </p:nvCxnSpPr>
          <p:spPr>
            <a:xfrm>
              <a:off x="5216713" y="2343901"/>
              <a:ext cx="0" cy="306300"/>
            </a:xfrm>
            <a:prstGeom prst="straightConnector1">
              <a:avLst/>
            </a:prstGeom>
            <a:noFill/>
            <a:ln w="19050" cap="flat" cmpd="sng">
              <a:solidFill>
                <a:schemeClr val="dk1"/>
              </a:solidFill>
              <a:prstDash val="dot"/>
              <a:round/>
              <a:headEnd type="none" w="med" len="med"/>
              <a:tailEnd type="none" w="med" len="med"/>
            </a:ln>
          </p:spPr>
        </p:cxnSp>
      </p:grpSp>
      <p:sp>
        <p:nvSpPr>
          <p:cNvPr id="276" name="Google Shape;276;p28"/>
          <p:cNvSpPr/>
          <p:nvPr/>
        </p:nvSpPr>
        <p:spPr>
          <a:xfrm>
            <a:off x="6701925" y="2729613"/>
            <a:ext cx="765600" cy="484800"/>
          </a:xfrm>
          <a:prstGeom prst="homePlat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grpSp>
        <p:nvGrpSpPr>
          <p:cNvPr id="277" name="Google Shape;277;p28"/>
          <p:cNvGrpSpPr/>
          <p:nvPr/>
        </p:nvGrpSpPr>
        <p:grpSpPr>
          <a:xfrm>
            <a:off x="5538463" y="2650263"/>
            <a:ext cx="2179850" cy="1956351"/>
            <a:chOff x="5538463" y="2650263"/>
            <a:chExt cx="1935300" cy="1956351"/>
          </a:xfrm>
        </p:grpSpPr>
        <p:sp>
          <p:nvSpPr>
            <p:cNvPr id="278" name="Google Shape;278;p28"/>
            <p:cNvSpPr/>
            <p:nvPr/>
          </p:nvSpPr>
          <p:spPr>
            <a:xfrm>
              <a:off x="5538463" y="3600114"/>
              <a:ext cx="1935300" cy="1006500"/>
            </a:xfrm>
            <a:prstGeom prst="roundRect">
              <a:avLst>
                <a:gd name="adj" fmla="val 16667"/>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279" name="Google Shape;279;p28"/>
            <p:cNvSpPr/>
            <p:nvPr/>
          </p:nvSpPr>
          <p:spPr>
            <a:xfrm>
              <a:off x="6184363" y="2650263"/>
              <a:ext cx="643500" cy="6435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Georgia" panose="02040502050405020303" pitchFamily="18" charset="0"/>
              </a:endParaRPr>
            </a:p>
          </p:txBody>
        </p:sp>
        <p:sp>
          <p:nvSpPr>
            <p:cNvPr id="280" name="Google Shape;280;p28"/>
            <p:cNvSpPr txBox="1"/>
            <p:nvPr/>
          </p:nvSpPr>
          <p:spPr>
            <a:xfrm>
              <a:off x="5614813" y="3684189"/>
              <a:ext cx="1782600" cy="33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dirty="0">
                  <a:latin typeface="Georgia" panose="02040502050405020303" pitchFamily="18" charset="0"/>
                  <a:ea typeface="Fira Sans Extra Condensed SemiBold"/>
                  <a:cs typeface="Fira Sans Extra Condensed SemiBold"/>
                  <a:sym typeface="Fira Sans Extra Condensed SemiBold"/>
                </a:rPr>
                <a:t>utilisation</a:t>
              </a:r>
              <a:endParaRPr sz="1600" b="1" dirty="0">
                <a:solidFill>
                  <a:srgbClr val="000000"/>
                </a:solidFill>
                <a:latin typeface="Georgia" panose="02040502050405020303" pitchFamily="18" charset="0"/>
                <a:ea typeface="Fira Sans Extra Condensed SemiBold"/>
                <a:cs typeface="Fira Sans Extra Condensed SemiBold"/>
                <a:sym typeface="Fira Sans Extra Condensed SemiBold"/>
              </a:endParaRPr>
            </a:p>
          </p:txBody>
        </p:sp>
        <p:sp>
          <p:nvSpPr>
            <p:cNvPr id="281" name="Google Shape;281;p28"/>
            <p:cNvSpPr txBox="1"/>
            <p:nvPr/>
          </p:nvSpPr>
          <p:spPr>
            <a:xfrm>
              <a:off x="5614813" y="4019889"/>
              <a:ext cx="1782600" cy="484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200" dirty="0">
                <a:latin typeface="Georgia" panose="02040502050405020303" pitchFamily="18" charset="0"/>
                <a:ea typeface="Roboto"/>
                <a:cs typeface="Roboto"/>
                <a:sym typeface="Roboto"/>
              </a:endParaRPr>
            </a:p>
          </p:txBody>
        </p:sp>
        <p:cxnSp>
          <p:nvCxnSpPr>
            <p:cNvPr id="282" name="Google Shape;282;p28"/>
            <p:cNvCxnSpPr>
              <a:stCxn id="279" idx="4"/>
              <a:endCxn id="278" idx="0"/>
            </p:cNvCxnSpPr>
            <p:nvPr/>
          </p:nvCxnSpPr>
          <p:spPr>
            <a:xfrm>
              <a:off x="6506113" y="3293763"/>
              <a:ext cx="0" cy="306300"/>
            </a:xfrm>
            <a:prstGeom prst="straightConnector1">
              <a:avLst/>
            </a:prstGeom>
            <a:noFill/>
            <a:ln w="19050" cap="flat" cmpd="sng">
              <a:solidFill>
                <a:schemeClr val="dk1"/>
              </a:solidFill>
              <a:prstDash val="dot"/>
              <a:round/>
              <a:headEnd type="none" w="med" len="med"/>
              <a:tailEnd type="none" w="med" len="med"/>
            </a:ln>
          </p:spPr>
        </p:cxnSp>
      </p:grpSp>
      <p:grpSp>
        <p:nvGrpSpPr>
          <p:cNvPr id="283" name="Google Shape;283;p28"/>
          <p:cNvGrpSpPr/>
          <p:nvPr/>
        </p:nvGrpSpPr>
        <p:grpSpPr>
          <a:xfrm>
            <a:off x="6636789" y="1355846"/>
            <a:ext cx="2308418" cy="1956174"/>
            <a:chOff x="6827838" y="1337589"/>
            <a:chExt cx="1935300" cy="1956174"/>
          </a:xfrm>
        </p:grpSpPr>
        <p:sp>
          <p:nvSpPr>
            <p:cNvPr id="284" name="Google Shape;284;p28"/>
            <p:cNvSpPr/>
            <p:nvPr/>
          </p:nvSpPr>
          <p:spPr>
            <a:xfrm>
              <a:off x="6827838" y="1337589"/>
              <a:ext cx="1935300" cy="1006500"/>
            </a:xfrm>
            <a:prstGeom prst="roundRect">
              <a:avLst>
                <a:gd name="adj" fmla="val 16667"/>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285" name="Google Shape;285;p28"/>
            <p:cNvSpPr/>
            <p:nvPr/>
          </p:nvSpPr>
          <p:spPr>
            <a:xfrm>
              <a:off x="7473725" y="2650263"/>
              <a:ext cx="643500" cy="6435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Georgia" panose="02040502050405020303" pitchFamily="18" charset="0"/>
              </a:endParaRPr>
            </a:p>
          </p:txBody>
        </p:sp>
        <p:sp>
          <p:nvSpPr>
            <p:cNvPr id="286" name="Google Shape;286;p28"/>
            <p:cNvSpPr txBox="1"/>
            <p:nvPr/>
          </p:nvSpPr>
          <p:spPr>
            <a:xfrm>
              <a:off x="6904188" y="1453507"/>
              <a:ext cx="1782600" cy="33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600" b="1" dirty="0">
                  <a:solidFill>
                    <a:srgbClr val="000000"/>
                  </a:solidFill>
                  <a:latin typeface="Georgia" panose="02040502050405020303" pitchFamily="18" charset="0"/>
                  <a:ea typeface="Fira Sans Extra Condensed SemiBold"/>
                  <a:cs typeface="Fira Sans Extra Condensed SemiBold"/>
                  <a:sym typeface="Fira Sans Extra Condensed SemiBold"/>
                </a:rPr>
                <a:t>Fin de vie du </a:t>
              </a:r>
              <a:r>
                <a:rPr lang="en-US" sz="1600" b="1" dirty="0" err="1">
                  <a:solidFill>
                    <a:srgbClr val="000000"/>
                  </a:solidFill>
                  <a:latin typeface="Georgia" panose="02040502050405020303" pitchFamily="18" charset="0"/>
                  <a:ea typeface="Fira Sans Extra Condensed SemiBold"/>
                  <a:cs typeface="Fira Sans Extra Condensed SemiBold"/>
                  <a:sym typeface="Fira Sans Extra Condensed SemiBold"/>
                </a:rPr>
                <a:t>produit</a:t>
              </a:r>
              <a:endParaRPr sz="1600" b="1" dirty="0">
                <a:solidFill>
                  <a:srgbClr val="000000"/>
                </a:solidFill>
                <a:latin typeface="Georgia" panose="02040502050405020303" pitchFamily="18" charset="0"/>
                <a:ea typeface="Fira Sans Extra Condensed SemiBold"/>
                <a:cs typeface="Fira Sans Extra Condensed SemiBold"/>
                <a:sym typeface="Fira Sans Extra Condensed SemiBold"/>
              </a:endParaRPr>
            </a:p>
          </p:txBody>
        </p:sp>
        <p:sp>
          <p:nvSpPr>
            <p:cNvPr id="287" name="Google Shape;287;p28"/>
            <p:cNvSpPr txBox="1"/>
            <p:nvPr/>
          </p:nvSpPr>
          <p:spPr>
            <a:xfrm>
              <a:off x="6904188" y="1789207"/>
              <a:ext cx="1782600" cy="484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200" dirty="0">
                <a:solidFill>
                  <a:srgbClr val="000000"/>
                </a:solidFill>
                <a:latin typeface="Georgia" panose="02040502050405020303" pitchFamily="18" charset="0"/>
                <a:ea typeface="Roboto"/>
                <a:cs typeface="Roboto"/>
                <a:sym typeface="Roboto"/>
              </a:endParaRPr>
            </a:p>
          </p:txBody>
        </p:sp>
        <p:cxnSp>
          <p:nvCxnSpPr>
            <p:cNvPr id="288" name="Google Shape;288;p28"/>
            <p:cNvCxnSpPr>
              <a:stCxn id="284" idx="2"/>
              <a:endCxn id="285" idx="0"/>
            </p:cNvCxnSpPr>
            <p:nvPr/>
          </p:nvCxnSpPr>
          <p:spPr>
            <a:xfrm>
              <a:off x="7795488" y="2344089"/>
              <a:ext cx="0" cy="306300"/>
            </a:xfrm>
            <a:prstGeom prst="straightConnector1">
              <a:avLst/>
            </a:prstGeom>
            <a:noFill/>
            <a:ln w="19050" cap="flat" cmpd="sng">
              <a:solidFill>
                <a:schemeClr val="dk1"/>
              </a:solidFill>
              <a:prstDash val="dot"/>
              <a:round/>
              <a:headEnd type="none" w="med" len="med"/>
              <a:tailEnd type="none" w="med" len="med"/>
            </a:ln>
          </p:spPr>
        </p:cxnSp>
      </p:grpSp>
      <p:sp>
        <p:nvSpPr>
          <p:cNvPr id="289" name="Google Shape;289;p28"/>
          <p:cNvSpPr txBox="1">
            <a:spLocks noGrp="1"/>
          </p:cNvSpPr>
          <p:nvPr>
            <p:ph type="title"/>
          </p:nvPr>
        </p:nvSpPr>
        <p:spPr>
          <a:xfrm>
            <a:off x="457200" y="457200"/>
            <a:ext cx="82296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b="1" dirty="0">
                <a:latin typeface="Georgia" panose="02040502050405020303" pitchFamily="18" charset="0"/>
              </a:rPr>
              <a:t>Analyse de C</a:t>
            </a:r>
            <a:r>
              <a:rPr lang="en" b="1" dirty="0">
                <a:latin typeface="Georgia" panose="02040502050405020303" pitchFamily="18" charset="0"/>
              </a:rPr>
              <a:t>ycle de vie</a:t>
            </a:r>
            <a:endParaRPr b="1" dirty="0">
              <a:latin typeface="Georgia" panose="02040502050405020303" pitchFamily="18" charset="0"/>
            </a:endParaRPr>
          </a:p>
        </p:txBody>
      </p:sp>
      <p:grpSp>
        <p:nvGrpSpPr>
          <p:cNvPr id="290" name="Google Shape;290;p28"/>
          <p:cNvGrpSpPr/>
          <p:nvPr/>
        </p:nvGrpSpPr>
        <p:grpSpPr>
          <a:xfrm>
            <a:off x="34159" y="2673549"/>
            <a:ext cx="1935412" cy="1956413"/>
            <a:chOff x="380863" y="2650201"/>
            <a:chExt cx="1935412" cy="1956413"/>
          </a:xfrm>
        </p:grpSpPr>
        <p:sp>
          <p:nvSpPr>
            <p:cNvPr id="291" name="Google Shape;291;p28"/>
            <p:cNvSpPr/>
            <p:nvPr/>
          </p:nvSpPr>
          <p:spPr>
            <a:xfrm>
              <a:off x="380863" y="3600114"/>
              <a:ext cx="1935300" cy="1006500"/>
            </a:xfrm>
            <a:prstGeom prst="roundRect">
              <a:avLst>
                <a:gd name="adj" fmla="val 16667"/>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292" name="Google Shape;292;p28"/>
            <p:cNvSpPr/>
            <p:nvPr/>
          </p:nvSpPr>
          <p:spPr>
            <a:xfrm>
              <a:off x="1550675" y="2729613"/>
              <a:ext cx="765600" cy="484800"/>
            </a:xfrm>
            <a:prstGeom prst="homePlat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293" name="Google Shape;293;p28"/>
            <p:cNvSpPr/>
            <p:nvPr/>
          </p:nvSpPr>
          <p:spPr>
            <a:xfrm>
              <a:off x="1026739" y="2650201"/>
              <a:ext cx="655592" cy="643562"/>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294" name="Google Shape;294;p28"/>
            <p:cNvSpPr txBox="1"/>
            <p:nvPr/>
          </p:nvSpPr>
          <p:spPr>
            <a:xfrm>
              <a:off x="457213" y="3684189"/>
              <a:ext cx="1782600" cy="33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dirty="0">
                  <a:latin typeface="Georgia" panose="02040502050405020303" pitchFamily="18" charset="0"/>
                  <a:ea typeface="Fira Sans Extra Condensed SemiBold"/>
                  <a:cs typeface="Fira Sans Extra Condensed SemiBold"/>
                  <a:sym typeface="Fira Sans Extra Condensed SemiBold"/>
                </a:rPr>
                <a:t>conception</a:t>
              </a:r>
              <a:endParaRPr sz="1600" b="1" dirty="0">
                <a:solidFill>
                  <a:srgbClr val="000000"/>
                </a:solidFill>
                <a:latin typeface="Georgia" panose="02040502050405020303" pitchFamily="18" charset="0"/>
                <a:ea typeface="Fira Sans Extra Condensed SemiBold"/>
                <a:cs typeface="Fira Sans Extra Condensed SemiBold"/>
                <a:sym typeface="Fira Sans Extra Condensed SemiBold"/>
              </a:endParaRPr>
            </a:p>
          </p:txBody>
        </p:sp>
        <p:sp>
          <p:nvSpPr>
            <p:cNvPr id="295" name="Google Shape;295;p28"/>
            <p:cNvSpPr txBox="1"/>
            <p:nvPr/>
          </p:nvSpPr>
          <p:spPr>
            <a:xfrm>
              <a:off x="449972" y="4019889"/>
              <a:ext cx="1782600" cy="484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lang="fr-FR" sz="1200" dirty="0">
                <a:latin typeface="Georgia" panose="02040502050405020303" pitchFamily="18" charset="0"/>
                <a:ea typeface="Roboto"/>
                <a:cs typeface="Roboto"/>
                <a:sym typeface="Roboto"/>
              </a:endParaRPr>
            </a:p>
          </p:txBody>
        </p:sp>
        <p:cxnSp>
          <p:nvCxnSpPr>
            <p:cNvPr id="296" name="Google Shape;296;p28"/>
            <p:cNvCxnSpPr>
              <a:cxnSpLocks/>
              <a:stCxn id="293" idx="4"/>
              <a:endCxn id="291" idx="0"/>
            </p:cNvCxnSpPr>
            <p:nvPr/>
          </p:nvCxnSpPr>
          <p:spPr>
            <a:xfrm flipH="1">
              <a:off x="1348513" y="3293763"/>
              <a:ext cx="6022" cy="306351"/>
            </a:xfrm>
            <a:prstGeom prst="straightConnector1">
              <a:avLst/>
            </a:prstGeom>
            <a:noFill/>
            <a:ln w="19050" cap="flat" cmpd="sng">
              <a:solidFill>
                <a:schemeClr val="dk1"/>
              </a:solidFill>
              <a:prstDash val="dot"/>
              <a:round/>
              <a:headEnd type="none" w="med" len="med"/>
              <a:tailEnd type="none" w="med" len="med"/>
            </a:ln>
          </p:spPr>
        </p:cxnSp>
      </p:grpSp>
      <p:grpSp>
        <p:nvGrpSpPr>
          <p:cNvPr id="297" name="Google Shape;297;p28"/>
          <p:cNvGrpSpPr/>
          <p:nvPr/>
        </p:nvGrpSpPr>
        <p:grpSpPr>
          <a:xfrm>
            <a:off x="817382" y="2803950"/>
            <a:ext cx="241075" cy="337725"/>
            <a:chOff x="4834238" y="1690900"/>
            <a:chExt cx="241075" cy="337725"/>
          </a:xfrm>
        </p:grpSpPr>
        <p:sp>
          <p:nvSpPr>
            <p:cNvPr id="298" name="Google Shape;298;p28"/>
            <p:cNvSpPr/>
            <p:nvPr/>
          </p:nvSpPr>
          <p:spPr>
            <a:xfrm>
              <a:off x="4952113" y="1846350"/>
              <a:ext cx="48875" cy="102600"/>
            </a:xfrm>
            <a:custGeom>
              <a:avLst/>
              <a:gdLst/>
              <a:ahLst/>
              <a:cxnLst/>
              <a:rect l="l" t="t" r="r" b="b"/>
              <a:pathLst>
                <a:path w="1955" h="4104" extrusionOk="0">
                  <a:moveTo>
                    <a:pt x="1954" y="1"/>
                  </a:moveTo>
                  <a:lnTo>
                    <a:pt x="0" y="559"/>
                  </a:lnTo>
                  <a:lnTo>
                    <a:pt x="0" y="3103"/>
                  </a:lnTo>
                  <a:cubicBezTo>
                    <a:pt x="0" y="3770"/>
                    <a:pt x="489" y="4103"/>
                    <a:pt x="977" y="4103"/>
                  </a:cubicBezTo>
                  <a:cubicBezTo>
                    <a:pt x="1466" y="4103"/>
                    <a:pt x="1954" y="3770"/>
                    <a:pt x="1954" y="3103"/>
                  </a:cubicBezTo>
                  <a:lnTo>
                    <a:pt x="1954" y="1"/>
                  </a:lnTo>
                  <a:close/>
                </a:path>
              </a:pathLst>
            </a:custGeom>
            <a:solidFill>
              <a:srgbClr val="B0E7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299" name="Google Shape;299;p28"/>
            <p:cNvSpPr/>
            <p:nvPr/>
          </p:nvSpPr>
          <p:spPr>
            <a:xfrm>
              <a:off x="4903263" y="1853350"/>
              <a:ext cx="48875" cy="95400"/>
            </a:xfrm>
            <a:custGeom>
              <a:avLst/>
              <a:gdLst/>
              <a:ahLst/>
              <a:cxnLst/>
              <a:rect l="l" t="t" r="r" b="b"/>
              <a:pathLst>
                <a:path w="1955" h="3816" extrusionOk="0">
                  <a:moveTo>
                    <a:pt x="1954" y="0"/>
                  </a:moveTo>
                  <a:lnTo>
                    <a:pt x="0" y="559"/>
                  </a:lnTo>
                  <a:lnTo>
                    <a:pt x="0" y="2885"/>
                  </a:lnTo>
                  <a:cubicBezTo>
                    <a:pt x="31" y="3505"/>
                    <a:pt x="496" y="3816"/>
                    <a:pt x="966" y="3816"/>
                  </a:cubicBezTo>
                  <a:cubicBezTo>
                    <a:pt x="1435" y="3816"/>
                    <a:pt x="1908" y="3505"/>
                    <a:pt x="1954" y="2885"/>
                  </a:cubicBezTo>
                  <a:lnTo>
                    <a:pt x="1954" y="0"/>
                  </a:lnTo>
                  <a:close/>
                </a:path>
              </a:pathLst>
            </a:custGeom>
            <a:solidFill>
              <a:srgbClr val="B0E7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00" name="Google Shape;300;p28"/>
            <p:cNvSpPr/>
            <p:nvPr/>
          </p:nvSpPr>
          <p:spPr>
            <a:xfrm>
              <a:off x="4868363" y="1690900"/>
              <a:ext cx="151475" cy="73875"/>
            </a:xfrm>
            <a:custGeom>
              <a:avLst/>
              <a:gdLst/>
              <a:ahLst/>
              <a:cxnLst/>
              <a:rect l="l" t="t" r="r" b="b"/>
              <a:pathLst>
                <a:path w="6059" h="2955" extrusionOk="0">
                  <a:moveTo>
                    <a:pt x="4599" y="1"/>
                  </a:moveTo>
                  <a:cubicBezTo>
                    <a:pt x="4499" y="1"/>
                    <a:pt x="4393" y="15"/>
                    <a:pt x="4281" y="46"/>
                  </a:cubicBezTo>
                  <a:lnTo>
                    <a:pt x="1055" y="915"/>
                  </a:lnTo>
                  <a:cubicBezTo>
                    <a:pt x="0" y="1194"/>
                    <a:pt x="0" y="2652"/>
                    <a:pt x="1055" y="2931"/>
                  </a:cubicBezTo>
                  <a:cubicBezTo>
                    <a:pt x="1132" y="2946"/>
                    <a:pt x="1218" y="2954"/>
                    <a:pt x="1307" y="2954"/>
                  </a:cubicBezTo>
                  <a:cubicBezTo>
                    <a:pt x="1396" y="2954"/>
                    <a:pt x="1489" y="2946"/>
                    <a:pt x="1582" y="2931"/>
                  </a:cubicBezTo>
                  <a:lnTo>
                    <a:pt x="4808" y="2062"/>
                  </a:lnTo>
                  <a:cubicBezTo>
                    <a:pt x="6059" y="1721"/>
                    <a:pt x="5695" y="1"/>
                    <a:pt x="4599" y="1"/>
                  </a:cubicBezTo>
                  <a:close/>
                </a:path>
              </a:pathLst>
            </a:custGeom>
            <a:solidFill>
              <a:srgbClr val="DFF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01" name="Google Shape;301;p28"/>
            <p:cNvSpPr/>
            <p:nvPr/>
          </p:nvSpPr>
          <p:spPr>
            <a:xfrm>
              <a:off x="4834238" y="1730125"/>
              <a:ext cx="241075" cy="98050"/>
            </a:xfrm>
            <a:custGeom>
              <a:avLst/>
              <a:gdLst/>
              <a:ahLst/>
              <a:cxnLst/>
              <a:rect l="l" t="t" r="r" b="b"/>
              <a:pathLst>
                <a:path w="9643" h="3922" extrusionOk="0">
                  <a:moveTo>
                    <a:pt x="8183" y="1"/>
                  </a:moveTo>
                  <a:cubicBezTo>
                    <a:pt x="8069" y="1"/>
                    <a:pt x="7947" y="19"/>
                    <a:pt x="7817" y="59"/>
                  </a:cubicBezTo>
                  <a:lnTo>
                    <a:pt x="1055" y="1858"/>
                  </a:lnTo>
                  <a:cubicBezTo>
                    <a:pt x="0" y="2137"/>
                    <a:pt x="0" y="3595"/>
                    <a:pt x="1055" y="3875"/>
                  </a:cubicBezTo>
                  <a:cubicBezTo>
                    <a:pt x="1148" y="3906"/>
                    <a:pt x="1241" y="3921"/>
                    <a:pt x="1334" y="3921"/>
                  </a:cubicBezTo>
                  <a:cubicBezTo>
                    <a:pt x="1427" y="3921"/>
                    <a:pt x="1520" y="3906"/>
                    <a:pt x="1613" y="3875"/>
                  </a:cubicBezTo>
                  <a:lnTo>
                    <a:pt x="8376" y="2075"/>
                  </a:lnTo>
                  <a:cubicBezTo>
                    <a:pt x="9642" y="1766"/>
                    <a:pt x="9300" y="1"/>
                    <a:pt x="8183" y="1"/>
                  </a:cubicBezTo>
                  <a:close/>
                </a:path>
              </a:pathLst>
            </a:custGeom>
            <a:solidFill>
              <a:srgbClr val="DFF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02" name="Google Shape;302;p28"/>
            <p:cNvSpPr/>
            <p:nvPr/>
          </p:nvSpPr>
          <p:spPr>
            <a:xfrm>
              <a:off x="4868363" y="1690900"/>
              <a:ext cx="151475" cy="73875"/>
            </a:xfrm>
            <a:custGeom>
              <a:avLst/>
              <a:gdLst/>
              <a:ahLst/>
              <a:cxnLst/>
              <a:rect l="l" t="t" r="r" b="b"/>
              <a:pathLst>
                <a:path w="6059" h="2955" extrusionOk="0">
                  <a:moveTo>
                    <a:pt x="4599" y="1"/>
                  </a:moveTo>
                  <a:cubicBezTo>
                    <a:pt x="4499" y="1"/>
                    <a:pt x="4393" y="15"/>
                    <a:pt x="4281" y="46"/>
                  </a:cubicBezTo>
                  <a:lnTo>
                    <a:pt x="1055" y="915"/>
                  </a:lnTo>
                  <a:cubicBezTo>
                    <a:pt x="0" y="1194"/>
                    <a:pt x="0" y="2652"/>
                    <a:pt x="1055" y="2931"/>
                  </a:cubicBezTo>
                  <a:cubicBezTo>
                    <a:pt x="1132" y="2946"/>
                    <a:pt x="1218" y="2954"/>
                    <a:pt x="1307" y="2954"/>
                  </a:cubicBezTo>
                  <a:cubicBezTo>
                    <a:pt x="1396" y="2954"/>
                    <a:pt x="1489" y="2946"/>
                    <a:pt x="1582" y="2931"/>
                  </a:cubicBezTo>
                  <a:lnTo>
                    <a:pt x="4808" y="2062"/>
                  </a:lnTo>
                  <a:cubicBezTo>
                    <a:pt x="6059" y="1721"/>
                    <a:pt x="5695" y="1"/>
                    <a:pt x="4599" y="1"/>
                  </a:cubicBezTo>
                  <a:close/>
                </a:path>
              </a:pathLst>
            </a:custGeom>
            <a:solidFill>
              <a:srgbClr val="DFF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03" name="Google Shape;303;p28"/>
            <p:cNvSpPr/>
            <p:nvPr/>
          </p:nvSpPr>
          <p:spPr>
            <a:xfrm>
              <a:off x="4834238" y="1730125"/>
              <a:ext cx="241075" cy="98050"/>
            </a:xfrm>
            <a:custGeom>
              <a:avLst/>
              <a:gdLst/>
              <a:ahLst/>
              <a:cxnLst/>
              <a:rect l="l" t="t" r="r" b="b"/>
              <a:pathLst>
                <a:path w="9643" h="3922" extrusionOk="0">
                  <a:moveTo>
                    <a:pt x="8183" y="1"/>
                  </a:moveTo>
                  <a:cubicBezTo>
                    <a:pt x="8069" y="1"/>
                    <a:pt x="7947" y="19"/>
                    <a:pt x="7817" y="59"/>
                  </a:cubicBezTo>
                  <a:lnTo>
                    <a:pt x="1055" y="1858"/>
                  </a:lnTo>
                  <a:cubicBezTo>
                    <a:pt x="0" y="2137"/>
                    <a:pt x="0" y="3595"/>
                    <a:pt x="1055" y="3875"/>
                  </a:cubicBezTo>
                  <a:cubicBezTo>
                    <a:pt x="1148" y="3906"/>
                    <a:pt x="1241" y="3921"/>
                    <a:pt x="1334" y="3921"/>
                  </a:cubicBezTo>
                  <a:cubicBezTo>
                    <a:pt x="1427" y="3921"/>
                    <a:pt x="1520" y="3906"/>
                    <a:pt x="1613" y="3875"/>
                  </a:cubicBezTo>
                  <a:lnTo>
                    <a:pt x="8376" y="2075"/>
                  </a:lnTo>
                  <a:cubicBezTo>
                    <a:pt x="9642" y="1766"/>
                    <a:pt x="9300" y="1"/>
                    <a:pt x="8183" y="1"/>
                  </a:cubicBezTo>
                  <a:close/>
                </a:path>
              </a:pathLst>
            </a:custGeom>
            <a:solidFill>
              <a:srgbClr val="DFF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04" name="Google Shape;304;p28"/>
            <p:cNvSpPr/>
            <p:nvPr/>
          </p:nvSpPr>
          <p:spPr>
            <a:xfrm>
              <a:off x="4862938" y="1789375"/>
              <a:ext cx="193425" cy="85325"/>
            </a:xfrm>
            <a:custGeom>
              <a:avLst/>
              <a:gdLst/>
              <a:ahLst/>
              <a:cxnLst/>
              <a:rect l="l" t="t" r="r" b="b"/>
              <a:pathLst>
                <a:path w="7737" h="3413" extrusionOk="0">
                  <a:moveTo>
                    <a:pt x="6305" y="1"/>
                  </a:moveTo>
                  <a:cubicBezTo>
                    <a:pt x="6205" y="1"/>
                    <a:pt x="6099" y="15"/>
                    <a:pt x="5987" y="47"/>
                  </a:cubicBezTo>
                  <a:lnTo>
                    <a:pt x="1024" y="1349"/>
                  </a:lnTo>
                  <a:cubicBezTo>
                    <a:pt x="0" y="1629"/>
                    <a:pt x="0" y="3086"/>
                    <a:pt x="1024" y="3366"/>
                  </a:cubicBezTo>
                  <a:lnTo>
                    <a:pt x="1055" y="3366"/>
                  </a:lnTo>
                  <a:cubicBezTo>
                    <a:pt x="1132" y="3397"/>
                    <a:pt x="1218" y="3412"/>
                    <a:pt x="1307" y="3412"/>
                  </a:cubicBezTo>
                  <a:cubicBezTo>
                    <a:pt x="1396" y="3412"/>
                    <a:pt x="1489" y="3397"/>
                    <a:pt x="1582" y="3366"/>
                  </a:cubicBezTo>
                  <a:lnTo>
                    <a:pt x="6514" y="2063"/>
                  </a:lnTo>
                  <a:cubicBezTo>
                    <a:pt x="7736" y="1722"/>
                    <a:pt x="7396" y="1"/>
                    <a:pt x="6305" y="1"/>
                  </a:cubicBezTo>
                  <a:close/>
                </a:path>
              </a:pathLst>
            </a:custGeom>
            <a:solidFill>
              <a:srgbClr val="DFF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06" name="Google Shape;306;p28"/>
            <p:cNvSpPr/>
            <p:nvPr/>
          </p:nvSpPr>
          <p:spPr>
            <a:xfrm>
              <a:off x="4915263" y="1991375"/>
              <a:ext cx="73700" cy="37250"/>
            </a:xfrm>
            <a:custGeom>
              <a:avLst/>
              <a:gdLst/>
              <a:ahLst/>
              <a:cxnLst/>
              <a:rect l="l" t="t" r="r" b="b"/>
              <a:pathLst>
                <a:path w="2948" h="1490" extrusionOk="0">
                  <a:moveTo>
                    <a:pt x="47" y="1"/>
                  </a:moveTo>
                  <a:cubicBezTo>
                    <a:pt x="1" y="993"/>
                    <a:pt x="738" y="1489"/>
                    <a:pt x="1474" y="1489"/>
                  </a:cubicBezTo>
                  <a:cubicBezTo>
                    <a:pt x="2211" y="1489"/>
                    <a:pt x="2948" y="993"/>
                    <a:pt x="2901" y="1"/>
                  </a:cubicBezTo>
                  <a:close/>
                </a:path>
              </a:pathLst>
            </a:custGeom>
            <a:solidFill>
              <a:srgbClr val="79B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08" name="Google Shape;308;p28"/>
            <p:cNvSpPr/>
            <p:nvPr/>
          </p:nvSpPr>
          <p:spPr>
            <a:xfrm>
              <a:off x="4915263" y="1991375"/>
              <a:ext cx="73700" cy="37250"/>
            </a:xfrm>
            <a:custGeom>
              <a:avLst/>
              <a:gdLst/>
              <a:ahLst/>
              <a:cxnLst/>
              <a:rect l="l" t="t" r="r" b="b"/>
              <a:pathLst>
                <a:path w="2948" h="1490" extrusionOk="0">
                  <a:moveTo>
                    <a:pt x="47" y="1"/>
                  </a:moveTo>
                  <a:cubicBezTo>
                    <a:pt x="1" y="993"/>
                    <a:pt x="738" y="1489"/>
                    <a:pt x="1474" y="1489"/>
                  </a:cubicBezTo>
                  <a:cubicBezTo>
                    <a:pt x="2211" y="1489"/>
                    <a:pt x="2948" y="993"/>
                    <a:pt x="2901" y="1"/>
                  </a:cubicBezTo>
                  <a:close/>
                </a:path>
              </a:pathLst>
            </a:custGeom>
            <a:solidFill>
              <a:srgbClr val="E1E3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11" name="Google Shape;311;p28"/>
            <p:cNvSpPr/>
            <p:nvPr/>
          </p:nvSpPr>
          <p:spPr>
            <a:xfrm>
              <a:off x="4945138" y="1799525"/>
              <a:ext cx="13975" cy="13700"/>
            </a:xfrm>
            <a:custGeom>
              <a:avLst/>
              <a:gdLst/>
              <a:ahLst/>
              <a:cxnLst/>
              <a:rect l="l" t="t" r="r" b="b"/>
              <a:pathLst>
                <a:path w="559" h="548" extrusionOk="0">
                  <a:moveTo>
                    <a:pt x="211" y="1"/>
                  </a:moveTo>
                  <a:cubicBezTo>
                    <a:pt x="155" y="1"/>
                    <a:pt x="116" y="29"/>
                    <a:pt x="93" y="75"/>
                  </a:cubicBezTo>
                  <a:cubicBezTo>
                    <a:pt x="31" y="137"/>
                    <a:pt x="0" y="199"/>
                    <a:pt x="0" y="261"/>
                  </a:cubicBezTo>
                  <a:cubicBezTo>
                    <a:pt x="0" y="354"/>
                    <a:pt x="31" y="416"/>
                    <a:pt x="93" y="478"/>
                  </a:cubicBezTo>
                  <a:cubicBezTo>
                    <a:pt x="140" y="525"/>
                    <a:pt x="209" y="548"/>
                    <a:pt x="279" y="548"/>
                  </a:cubicBezTo>
                  <a:cubicBezTo>
                    <a:pt x="349" y="548"/>
                    <a:pt x="419" y="525"/>
                    <a:pt x="465" y="478"/>
                  </a:cubicBezTo>
                  <a:cubicBezTo>
                    <a:pt x="527" y="416"/>
                    <a:pt x="558" y="354"/>
                    <a:pt x="558" y="261"/>
                  </a:cubicBezTo>
                  <a:cubicBezTo>
                    <a:pt x="558" y="199"/>
                    <a:pt x="527" y="137"/>
                    <a:pt x="465" y="75"/>
                  </a:cubicBezTo>
                  <a:cubicBezTo>
                    <a:pt x="420" y="29"/>
                    <a:pt x="375" y="1"/>
                    <a:pt x="329" y="1"/>
                  </a:cubicBezTo>
                  <a:cubicBezTo>
                    <a:pt x="313" y="1"/>
                    <a:pt x="296" y="5"/>
                    <a:pt x="279" y="13"/>
                  </a:cubicBezTo>
                  <a:cubicBezTo>
                    <a:pt x="254" y="5"/>
                    <a:pt x="232" y="1"/>
                    <a:pt x="21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grpSp>
      <p:grpSp>
        <p:nvGrpSpPr>
          <p:cNvPr id="312" name="Google Shape;312;p28"/>
          <p:cNvGrpSpPr/>
          <p:nvPr/>
        </p:nvGrpSpPr>
        <p:grpSpPr>
          <a:xfrm>
            <a:off x="3790013" y="2998638"/>
            <a:ext cx="259025" cy="148150"/>
            <a:chOff x="4068838" y="3570250"/>
            <a:chExt cx="259025" cy="148150"/>
          </a:xfrm>
        </p:grpSpPr>
        <p:sp>
          <p:nvSpPr>
            <p:cNvPr id="315" name="Google Shape;315;p28"/>
            <p:cNvSpPr/>
            <p:nvPr/>
          </p:nvSpPr>
          <p:spPr>
            <a:xfrm>
              <a:off x="4068838" y="3601075"/>
              <a:ext cx="13200" cy="51400"/>
            </a:xfrm>
            <a:custGeom>
              <a:avLst/>
              <a:gdLst/>
              <a:ahLst/>
              <a:cxnLst/>
              <a:rect l="l" t="t" r="r" b="b"/>
              <a:pathLst>
                <a:path w="528" h="2056" extrusionOk="0">
                  <a:moveTo>
                    <a:pt x="264" y="0"/>
                  </a:moveTo>
                  <a:cubicBezTo>
                    <a:pt x="140" y="0"/>
                    <a:pt x="16" y="86"/>
                    <a:pt x="0" y="256"/>
                  </a:cubicBezTo>
                  <a:lnTo>
                    <a:pt x="0" y="1807"/>
                  </a:lnTo>
                  <a:cubicBezTo>
                    <a:pt x="0" y="1931"/>
                    <a:pt x="124" y="2055"/>
                    <a:pt x="279" y="2055"/>
                  </a:cubicBezTo>
                  <a:cubicBezTo>
                    <a:pt x="404" y="2055"/>
                    <a:pt x="528" y="1931"/>
                    <a:pt x="528" y="1807"/>
                  </a:cubicBezTo>
                  <a:lnTo>
                    <a:pt x="528" y="256"/>
                  </a:lnTo>
                  <a:cubicBezTo>
                    <a:pt x="512" y="86"/>
                    <a:pt x="388" y="0"/>
                    <a:pt x="26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16" name="Google Shape;316;p28"/>
            <p:cNvSpPr/>
            <p:nvPr/>
          </p:nvSpPr>
          <p:spPr>
            <a:xfrm>
              <a:off x="4117688" y="3601075"/>
              <a:ext cx="13975" cy="66125"/>
            </a:xfrm>
            <a:custGeom>
              <a:avLst/>
              <a:gdLst/>
              <a:ahLst/>
              <a:cxnLst/>
              <a:rect l="l" t="t" r="r" b="b"/>
              <a:pathLst>
                <a:path w="559" h="2645" extrusionOk="0">
                  <a:moveTo>
                    <a:pt x="268" y="0"/>
                  </a:moveTo>
                  <a:cubicBezTo>
                    <a:pt x="140" y="0"/>
                    <a:pt x="16" y="86"/>
                    <a:pt x="0" y="256"/>
                  </a:cubicBezTo>
                  <a:lnTo>
                    <a:pt x="0" y="2366"/>
                  </a:lnTo>
                  <a:cubicBezTo>
                    <a:pt x="0" y="2521"/>
                    <a:pt x="125" y="2645"/>
                    <a:pt x="280" y="2645"/>
                  </a:cubicBezTo>
                  <a:cubicBezTo>
                    <a:pt x="435" y="2645"/>
                    <a:pt x="559" y="2521"/>
                    <a:pt x="559" y="2366"/>
                  </a:cubicBezTo>
                  <a:lnTo>
                    <a:pt x="559" y="256"/>
                  </a:lnTo>
                  <a:cubicBezTo>
                    <a:pt x="528" y="86"/>
                    <a:pt x="396" y="0"/>
                    <a:pt x="26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17" name="Google Shape;317;p28"/>
            <p:cNvSpPr/>
            <p:nvPr/>
          </p:nvSpPr>
          <p:spPr>
            <a:xfrm>
              <a:off x="4166538" y="3600500"/>
              <a:ext cx="14000" cy="27925"/>
            </a:xfrm>
            <a:custGeom>
              <a:avLst/>
              <a:gdLst/>
              <a:ahLst/>
              <a:cxnLst/>
              <a:rect l="l" t="t" r="r" b="b"/>
              <a:pathLst>
                <a:path w="560" h="1117" extrusionOk="0">
                  <a:moveTo>
                    <a:pt x="280" y="0"/>
                  </a:moveTo>
                  <a:cubicBezTo>
                    <a:pt x="140" y="0"/>
                    <a:pt x="1" y="93"/>
                    <a:pt x="1" y="279"/>
                  </a:cubicBezTo>
                  <a:lnTo>
                    <a:pt x="1" y="838"/>
                  </a:lnTo>
                  <a:cubicBezTo>
                    <a:pt x="1" y="993"/>
                    <a:pt x="125" y="1117"/>
                    <a:pt x="280" y="1117"/>
                  </a:cubicBezTo>
                  <a:cubicBezTo>
                    <a:pt x="435" y="1117"/>
                    <a:pt x="559" y="993"/>
                    <a:pt x="559" y="838"/>
                  </a:cubicBezTo>
                  <a:lnTo>
                    <a:pt x="559" y="279"/>
                  </a:lnTo>
                  <a:cubicBezTo>
                    <a:pt x="559" y="93"/>
                    <a:pt x="419" y="0"/>
                    <a:pt x="28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18" name="Google Shape;318;p28"/>
            <p:cNvSpPr/>
            <p:nvPr/>
          </p:nvSpPr>
          <p:spPr>
            <a:xfrm>
              <a:off x="4216163" y="3600500"/>
              <a:ext cx="13225" cy="60500"/>
            </a:xfrm>
            <a:custGeom>
              <a:avLst/>
              <a:gdLst/>
              <a:ahLst/>
              <a:cxnLst/>
              <a:rect l="l" t="t" r="r" b="b"/>
              <a:pathLst>
                <a:path w="529" h="2420" extrusionOk="0">
                  <a:moveTo>
                    <a:pt x="265" y="0"/>
                  </a:moveTo>
                  <a:cubicBezTo>
                    <a:pt x="133" y="0"/>
                    <a:pt x="1" y="93"/>
                    <a:pt x="1" y="279"/>
                  </a:cubicBezTo>
                  <a:lnTo>
                    <a:pt x="1" y="2140"/>
                  </a:lnTo>
                  <a:cubicBezTo>
                    <a:pt x="1" y="2296"/>
                    <a:pt x="94" y="2420"/>
                    <a:pt x="249" y="2420"/>
                  </a:cubicBezTo>
                  <a:cubicBezTo>
                    <a:pt x="404" y="2420"/>
                    <a:pt x="528" y="2296"/>
                    <a:pt x="528" y="2140"/>
                  </a:cubicBezTo>
                  <a:lnTo>
                    <a:pt x="528" y="279"/>
                  </a:lnTo>
                  <a:cubicBezTo>
                    <a:pt x="528" y="93"/>
                    <a:pt x="396" y="0"/>
                    <a:pt x="26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19" name="Google Shape;319;p28"/>
            <p:cNvSpPr/>
            <p:nvPr/>
          </p:nvSpPr>
          <p:spPr>
            <a:xfrm>
              <a:off x="4265038" y="3601075"/>
              <a:ext cx="13975" cy="49075"/>
            </a:xfrm>
            <a:custGeom>
              <a:avLst/>
              <a:gdLst/>
              <a:ahLst/>
              <a:cxnLst/>
              <a:rect l="l" t="t" r="r" b="b"/>
              <a:pathLst>
                <a:path w="559" h="1963" extrusionOk="0">
                  <a:moveTo>
                    <a:pt x="268" y="0"/>
                  </a:moveTo>
                  <a:cubicBezTo>
                    <a:pt x="140" y="0"/>
                    <a:pt x="16" y="86"/>
                    <a:pt x="0" y="256"/>
                  </a:cubicBezTo>
                  <a:lnTo>
                    <a:pt x="0" y="1683"/>
                  </a:lnTo>
                  <a:cubicBezTo>
                    <a:pt x="0" y="1838"/>
                    <a:pt x="124" y="1962"/>
                    <a:pt x="279" y="1962"/>
                  </a:cubicBezTo>
                  <a:cubicBezTo>
                    <a:pt x="434" y="1962"/>
                    <a:pt x="558" y="1838"/>
                    <a:pt x="558" y="1683"/>
                  </a:cubicBezTo>
                  <a:lnTo>
                    <a:pt x="558" y="256"/>
                  </a:lnTo>
                  <a:cubicBezTo>
                    <a:pt x="527" y="86"/>
                    <a:pt x="396" y="0"/>
                    <a:pt x="26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20" name="Google Shape;320;p28"/>
            <p:cNvSpPr/>
            <p:nvPr/>
          </p:nvSpPr>
          <p:spPr>
            <a:xfrm>
              <a:off x="4265038" y="3667000"/>
              <a:ext cx="13975" cy="51400"/>
            </a:xfrm>
            <a:custGeom>
              <a:avLst/>
              <a:gdLst/>
              <a:ahLst/>
              <a:cxnLst/>
              <a:rect l="l" t="t" r="r" b="b"/>
              <a:pathLst>
                <a:path w="559" h="2056" extrusionOk="0">
                  <a:moveTo>
                    <a:pt x="268" y="0"/>
                  </a:moveTo>
                  <a:cubicBezTo>
                    <a:pt x="140" y="0"/>
                    <a:pt x="16" y="85"/>
                    <a:pt x="0" y="256"/>
                  </a:cubicBezTo>
                  <a:lnTo>
                    <a:pt x="0" y="1776"/>
                  </a:lnTo>
                  <a:cubicBezTo>
                    <a:pt x="0" y="1931"/>
                    <a:pt x="124" y="2055"/>
                    <a:pt x="279" y="2055"/>
                  </a:cubicBezTo>
                  <a:cubicBezTo>
                    <a:pt x="434" y="2055"/>
                    <a:pt x="558" y="1931"/>
                    <a:pt x="558" y="1776"/>
                  </a:cubicBezTo>
                  <a:lnTo>
                    <a:pt x="558" y="256"/>
                  </a:lnTo>
                  <a:cubicBezTo>
                    <a:pt x="527" y="85"/>
                    <a:pt x="396" y="0"/>
                    <a:pt x="26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21" name="Google Shape;321;p28"/>
            <p:cNvSpPr/>
            <p:nvPr/>
          </p:nvSpPr>
          <p:spPr>
            <a:xfrm>
              <a:off x="4117688" y="3683850"/>
              <a:ext cx="13975" cy="34550"/>
            </a:xfrm>
            <a:custGeom>
              <a:avLst/>
              <a:gdLst/>
              <a:ahLst/>
              <a:cxnLst/>
              <a:rect l="l" t="t" r="r" b="b"/>
              <a:pathLst>
                <a:path w="559" h="1382" extrusionOk="0">
                  <a:moveTo>
                    <a:pt x="268" y="1"/>
                  </a:moveTo>
                  <a:cubicBezTo>
                    <a:pt x="140" y="1"/>
                    <a:pt x="16" y="78"/>
                    <a:pt x="0" y="233"/>
                  </a:cubicBezTo>
                  <a:lnTo>
                    <a:pt x="0" y="1102"/>
                  </a:lnTo>
                  <a:cubicBezTo>
                    <a:pt x="0" y="1257"/>
                    <a:pt x="125" y="1381"/>
                    <a:pt x="280" y="1381"/>
                  </a:cubicBezTo>
                  <a:cubicBezTo>
                    <a:pt x="435" y="1381"/>
                    <a:pt x="559" y="1257"/>
                    <a:pt x="559" y="1102"/>
                  </a:cubicBezTo>
                  <a:lnTo>
                    <a:pt x="559" y="233"/>
                  </a:lnTo>
                  <a:cubicBezTo>
                    <a:pt x="528" y="78"/>
                    <a:pt x="396" y="1"/>
                    <a:pt x="26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22" name="Google Shape;322;p28"/>
            <p:cNvSpPr/>
            <p:nvPr/>
          </p:nvSpPr>
          <p:spPr>
            <a:xfrm>
              <a:off x="4166538" y="3644500"/>
              <a:ext cx="14000" cy="36675"/>
            </a:xfrm>
            <a:custGeom>
              <a:avLst/>
              <a:gdLst/>
              <a:ahLst/>
              <a:cxnLst/>
              <a:rect l="l" t="t" r="r" b="b"/>
              <a:pathLst>
                <a:path w="560" h="1467" extrusionOk="0">
                  <a:moveTo>
                    <a:pt x="280" y="1"/>
                  </a:moveTo>
                  <a:cubicBezTo>
                    <a:pt x="140" y="1"/>
                    <a:pt x="1" y="86"/>
                    <a:pt x="1" y="256"/>
                  </a:cubicBezTo>
                  <a:lnTo>
                    <a:pt x="1" y="1187"/>
                  </a:lnTo>
                  <a:cubicBezTo>
                    <a:pt x="1" y="1342"/>
                    <a:pt x="125" y="1466"/>
                    <a:pt x="280" y="1466"/>
                  </a:cubicBezTo>
                  <a:cubicBezTo>
                    <a:pt x="435" y="1466"/>
                    <a:pt x="559" y="1342"/>
                    <a:pt x="559" y="1187"/>
                  </a:cubicBezTo>
                  <a:lnTo>
                    <a:pt x="559" y="256"/>
                  </a:lnTo>
                  <a:cubicBezTo>
                    <a:pt x="559" y="86"/>
                    <a:pt x="419" y="1"/>
                    <a:pt x="28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23" name="Google Shape;323;p28"/>
            <p:cNvSpPr/>
            <p:nvPr/>
          </p:nvSpPr>
          <p:spPr>
            <a:xfrm>
              <a:off x="4216163" y="3677075"/>
              <a:ext cx="13225" cy="25025"/>
            </a:xfrm>
            <a:custGeom>
              <a:avLst/>
              <a:gdLst/>
              <a:ahLst/>
              <a:cxnLst/>
              <a:rect l="l" t="t" r="r" b="b"/>
              <a:pathLst>
                <a:path w="529" h="1001" extrusionOk="0">
                  <a:moveTo>
                    <a:pt x="265" y="0"/>
                  </a:moveTo>
                  <a:cubicBezTo>
                    <a:pt x="133" y="0"/>
                    <a:pt x="1" y="86"/>
                    <a:pt x="1" y="256"/>
                  </a:cubicBezTo>
                  <a:lnTo>
                    <a:pt x="1" y="722"/>
                  </a:lnTo>
                  <a:cubicBezTo>
                    <a:pt x="1" y="877"/>
                    <a:pt x="94" y="1001"/>
                    <a:pt x="249" y="1001"/>
                  </a:cubicBezTo>
                  <a:cubicBezTo>
                    <a:pt x="404" y="1001"/>
                    <a:pt x="528" y="877"/>
                    <a:pt x="528" y="722"/>
                  </a:cubicBezTo>
                  <a:lnTo>
                    <a:pt x="528" y="256"/>
                  </a:lnTo>
                  <a:cubicBezTo>
                    <a:pt x="528" y="86"/>
                    <a:pt x="396" y="0"/>
                    <a:pt x="26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24" name="Google Shape;324;p28"/>
            <p:cNvSpPr/>
            <p:nvPr/>
          </p:nvSpPr>
          <p:spPr>
            <a:xfrm>
              <a:off x="4313888" y="3601075"/>
              <a:ext cx="13975" cy="51400"/>
            </a:xfrm>
            <a:custGeom>
              <a:avLst/>
              <a:gdLst/>
              <a:ahLst/>
              <a:cxnLst/>
              <a:rect l="l" t="t" r="r" b="b"/>
              <a:pathLst>
                <a:path w="559" h="2056" extrusionOk="0">
                  <a:moveTo>
                    <a:pt x="280" y="0"/>
                  </a:moveTo>
                  <a:cubicBezTo>
                    <a:pt x="148" y="0"/>
                    <a:pt x="16" y="86"/>
                    <a:pt x="0" y="256"/>
                  </a:cubicBezTo>
                  <a:lnTo>
                    <a:pt x="0" y="1807"/>
                  </a:lnTo>
                  <a:cubicBezTo>
                    <a:pt x="0" y="1931"/>
                    <a:pt x="124" y="2055"/>
                    <a:pt x="280" y="2055"/>
                  </a:cubicBezTo>
                  <a:cubicBezTo>
                    <a:pt x="435" y="2055"/>
                    <a:pt x="559" y="1931"/>
                    <a:pt x="559" y="1807"/>
                  </a:cubicBezTo>
                  <a:lnTo>
                    <a:pt x="559" y="256"/>
                  </a:lnTo>
                  <a:cubicBezTo>
                    <a:pt x="543" y="86"/>
                    <a:pt x="411" y="0"/>
                    <a:pt x="28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25" name="Google Shape;325;p28"/>
            <p:cNvSpPr/>
            <p:nvPr/>
          </p:nvSpPr>
          <p:spPr>
            <a:xfrm>
              <a:off x="4189038" y="3570250"/>
              <a:ext cx="18625" cy="13975"/>
            </a:xfrm>
            <a:custGeom>
              <a:avLst/>
              <a:gdLst/>
              <a:ahLst/>
              <a:cxnLst/>
              <a:rect l="l" t="t" r="r" b="b"/>
              <a:pathLst>
                <a:path w="745" h="559" extrusionOk="0">
                  <a:moveTo>
                    <a:pt x="372" y="0"/>
                  </a:moveTo>
                  <a:cubicBezTo>
                    <a:pt x="124" y="0"/>
                    <a:pt x="0" y="311"/>
                    <a:pt x="155" y="466"/>
                  </a:cubicBezTo>
                  <a:cubicBezTo>
                    <a:pt x="217" y="528"/>
                    <a:pt x="279" y="559"/>
                    <a:pt x="372" y="559"/>
                  </a:cubicBezTo>
                  <a:cubicBezTo>
                    <a:pt x="435" y="559"/>
                    <a:pt x="497" y="528"/>
                    <a:pt x="559" y="466"/>
                  </a:cubicBezTo>
                  <a:cubicBezTo>
                    <a:pt x="745" y="311"/>
                    <a:pt x="621" y="0"/>
                    <a:pt x="37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grpSp>
      <p:grpSp>
        <p:nvGrpSpPr>
          <p:cNvPr id="326" name="Google Shape;326;p28"/>
          <p:cNvGrpSpPr/>
          <p:nvPr/>
        </p:nvGrpSpPr>
        <p:grpSpPr>
          <a:xfrm>
            <a:off x="6432272" y="2797413"/>
            <a:ext cx="83775" cy="199525"/>
            <a:chOff x="6382088" y="2804650"/>
            <a:chExt cx="83775" cy="199525"/>
          </a:xfrm>
        </p:grpSpPr>
        <p:sp>
          <p:nvSpPr>
            <p:cNvPr id="331" name="Google Shape;331;p28"/>
            <p:cNvSpPr/>
            <p:nvPr/>
          </p:nvSpPr>
          <p:spPr>
            <a:xfrm>
              <a:off x="6382088" y="2927375"/>
              <a:ext cx="76800" cy="76800"/>
            </a:xfrm>
            <a:custGeom>
              <a:avLst/>
              <a:gdLst/>
              <a:ahLst/>
              <a:cxnLst/>
              <a:rect l="l" t="t" r="r" b="b"/>
              <a:pathLst>
                <a:path w="3072" h="3072" extrusionOk="0">
                  <a:moveTo>
                    <a:pt x="1" y="1"/>
                  </a:moveTo>
                  <a:lnTo>
                    <a:pt x="1" y="962"/>
                  </a:lnTo>
                  <a:cubicBezTo>
                    <a:pt x="1" y="2110"/>
                    <a:pt x="962" y="3071"/>
                    <a:pt x="2110" y="3071"/>
                  </a:cubicBezTo>
                  <a:lnTo>
                    <a:pt x="3072" y="3071"/>
                  </a:lnTo>
                  <a:lnTo>
                    <a:pt x="3072" y="2110"/>
                  </a:lnTo>
                  <a:cubicBezTo>
                    <a:pt x="3072" y="962"/>
                    <a:pt x="2110" y="1"/>
                    <a:pt x="962" y="1"/>
                  </a:cubicBezTo>
                  <a:close/>
                </a:path>
              </a:pathLst>
            </a:custGeom>
            <a:solidFill>
              <a:srgbClr val="D8EC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34" name="Google Shape;334;p28"/>
            <p:cNvSpPr/>
            <p:nvPr/>
          </p:nvSpPr>
          <p:spPr>
            <a:xfrm>
              <a:off x="6451888" y="2804650"/>
              <a:ext cx="13975" cy="14175"/>
            </a:xfrm>
            <a:custGeom>
              <a:avLst/>
              <a:gdLst/>
              <a:ahLst/>
              <a:cxnLst/>
              <a:rect l="l" t="t" r="r" b="b"/>
              <a:pathLst>
                <a:path w="559" h="567" extrusionOk="0">
                  <a:moveTo>
                    <a:pt x="264" y="1"/>
                  </a:moveTo>
                  <a:cubicBezTo>
                    <a:pt x="195" y="1"/>
                    <a:pt x="125" y="24"/>
                    <a:pt x="63" y="71"/>
                  </a:cubicBezTo>
                  <a:cubicBezTo>
                    <a:pt x="32" y="133"/>
                    <a:pt x="1" y="195"/>
                    <a:pt x="1" y="288"/>
                  </a:cubicBezTo>
                  <a:cubicBezTo>
                    <a:pt x="1" y="350"/>
                    <a:pt x="32" y="412"/>
                    <a:pt x="63" y="474"/>
                  </a:cubicBezTo>
                  <a:cubicBezTo>
                    <a:pt x="125" y="536"/>
                    <a:pt x="187" y="536"/>
                    <a:pt x="280" y="567"/>
                  </a:cubicBezTo>
                  <a:cubicBezTo>
                    <a:pt x="404" y="536"/>
                    <a:pt x="528" y="412"/>
                    <a:pt x="559" y="288"/>
                  </a:cubicBezTo>
                  <a:cubicBezTo>
                    <a:pt x="528" y="195"/>
                    <a:pt x="497" y="133"/>
                    <a:pt x="466" y="71"/>
                  </a:cubicBezTo>
                  <a:cubicBezTo>
                    <a:pt x="404" y="24"/>
                    <a:pt x="334" y="1"/>
                    <a:pt x="26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grpSp>
      <p:grpSp>
        <p:nvGrpSpPr>
          <p:cNvPr id="336" name="Google Shape;336;p28"/>
          <p:cNvGrpSpPr/>
          <p:nvPr/>
        </p:nvGrpSpPr>
        <p:grpSpPr>
          <a:xfrm>
            <a:off x="2230279" y="2804267"/>
            <a:ext cx="225700" cy="263100"/>
            <a:chOff x="2593088" y="3409525"/>
            <a:chExt cx="225700" cy="263100"/>
          </a:xfrm>
        </p:grpSpPr>
        <p:sp>
          <p:nvSpPr>
            <p:cNvPr id="338" name="Google Shape;338;p28"/>
            <p:cNvSpPr/>
            <p:nvPr/>
          </p:nvSpPr>
          <p:spPr>
            <a:xfrm>
              <a:off x="2593088" y="3540000"/>
              <a:ext cx="69050" cy="116350"/>
            </a:xfrm>
            <a:custGeom>
              <a:avLst/>
              <a:gdLst/>
              <a:ahLst/>
              <a:cxnLst/>
              <a:rect l="l" t="t" r="r" b="b"/>
              <a:pathLst>
                <a:path w="2762" h="4654" extrusionOk="0">
                  <a:moveTo>
                    <a:pt x="1769" y="1"/>
                  </a:moveTo>
                  <a:lnTo>
                    <a:pt x="0" y="2699"/>
                  </a:lnTo>
                  <a:lnTo>
                    <a:pt x="993" y="2699"/>
                  </a:lnTo>
                  <a:lnTo>
                    <a:pt x="993" y="4654"/>
                  </a:lnTo>
                  <a:lnTo>
                    <a:pt x="2761" y="1955"/>
                  </a:lnTo>
                  <a:lnTo>
                    <a:pt x="1769" y="1955"/>
                  </a:lnTo>
                  <a:lnTo>
                    <a:pt x="1769" y="1"/>
                  </a:lnTo>
                  <a:close/>
                </a:path>
              </a:pathLst>
            </a:custGeom>
            <a:solidFill>
              <a:srgbClr val="FFCB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40" name="Google Shape;340;p28"/>
            <p:cNvSpPr/>
            <p:nvPr/>
          </p:nvSpPr>
          <p:spPr>
            <a:xfrm>
              <a:off x="2721038" y="3450050"/>
              <a:ext cx="57425" cy="49200"/>
            </a:xfrm>
            <a:custGeom>
              <a:avLst/>
              <a:gdLst/>
              <a:ahLst/>
              <a:cxnLst/>
              <a:rect l="l" t="t" r="r" b="b"/>
              <a:pathLst>
                <a:path w="2297" h="1968" extrusionOk="0">
                  <a:moveTo>
                    <a:pt x="1303" y="0"/>
                  </a:moveTo>
                  <a:cubicBezTo>
                    <a:pt x="435" y="0"/>
                    <a:pt x="1" y="1055"/>
                    <a:pt x="621" y="1676"/>
                  </a:cubicBezTo>
                  <a:cubicBezTo>
                    <a:pt x="813" y="1877"/>
                    <a:pt x="1057" y="1967"/>
                    <a:pt x="1299" y="1967"/>
                  </a:cubicBezTo>
                  <a:cubicBezTo>
                    <a:pt x="1802" y="1967"/>
                    <a:pt x="2296" y="1579"/>
                    <a:pt x="2296" y="993"/>
                  </a:cubicBezTo>
                  <a:cubicBezTo>
                    <a:pt x="2296" y="435"/>
                    <a:pt x="1831" y="0"/>
                    <a:pt x="1303" y="0"/>
                  </a:cubicBezTo>
                  <a:close/>
                </a:path>
              </a:pathLst>
            </a:custGeom>
            <a:solidFill>
              <a:srgbClr val="FFCB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44" name="Google Shape;344;p28"/>
            <p:cNvSpPr/>
            <p:nvPr/>
          </p:nvSpPr>
          <p:spPr>
            <a:xfrm>
              <a:off x="2800913" y="3467875"/>
              <a:ext cx="17875" cy="14000"/>
            </a:xfrm>
            <a:custGeom>
              <a:avLst/>
              <a:gdLst/>
              <a:ahLst/>
              <a:cxnLst/>
              <a:rect l="l" t="t" r="r" b="b"/>
              <a:pathLst>
                <a:path w="715" h="560" extrusionOk="0">
                  <a:moveTo>
                    <a:pt x="280" y="1"/>
                  </a:moveTo>
                  <a:cubicBezTo>
                    <a:pt x="125" y="1"/>
                    <a:pt x="1" y="125"/>
                    <a:pt x="1" y="280"/>
                  </a:cubicBezTo>
                  <a:cubicBezTo>
                    <a:pt x="1" y="435"/>
                    <a:pt x="125" y="559"/>
                    <a:pt x="280" y="559"/>
                  </a:cubicBezTo>
                  <a:lnTo>
                    <a:pt x="435" y="559"/>
                  </a:lnTo>
                  <a:cubicBezTo>
                    <a:pt x="590" y="559"/>
                    <a:pt x="714" y="435"/>
                    <a:pt x="714" y="280"/>
                  </a:cubicBezTo>
                  <a:cubicBezTo>
                    <a:pt x="714" y="125"/>
                    <a:pt x="590" y="1"/>
                    <a:pt x="43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45" name="Google Shape;345;p28"/>
            <p:cNvSpPr/>
            <p:nvPr/>
          </p:nvSpPr>
          <p:spPr>
            <a:xfrm>
              <a:off x="2688463" y="3467875"/>
              <a:ext cx="17875" cy="14000"/>
            </a:xfrm>
            <a:custGeom>
              <a:avLst/>
              <a:gdLst/>
              <a:ahLst/>
              <a:cxnLst/>
              <a:rect l="l" t="t" r="r" b="b"/>
              <a:pathLst>
                <a:path w="715" h="560" extrusionOk="0">
                  <a:moveTo>
                    <a:pt x="280" y="1"/>
                  </a:moveTo>
                  <a:cubicBezTo>
                    <a:pt x="125" y="1"/>
                    <a:pt x="1" y="125"/>
                    <a:pt x="1" y="280"/>
                  </a:cubicBezTo>
                  <a:cubicBezTo>
                    <a:pt x="1" y="435"/>
                    <a:pt x="125" y="559"/>
                    <a:pt x="280" y="559"/>
                  </a:cubicBezTo>
                  <a:lnTo>
                    <a:pt x="435" y="559"/>
                  </a:lnTo>
                  <a:cubicBezTo>
                    <a:pt x="590" y="559"/>
                    <a:pt x="714" y="435"/>
                    <a:pt x="714" y="280"/>
                  </a:cubicBezTo>
                  <a:cubicBezTo>
                    <a:pt x="714" y="125"/>
                    <a:pt x="590" y="1"/>
                    <a:pt x="43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46" name="Google Shape;346;p28"/>
            <p:cNvSpPr/>
            <p:nvPr/>
          </p:nvSpPr>
          <p:spPr>
            <a:xfrm>
              <a:off x="2746638" y="3522175"/>
              <a:ext cx="13975" cy="17275"/>
            </a:xfrm>
            <a:custGeom>
              <a:avLst/>
              <a:gdLst/>
              <a:ahLst/>
              <a:cxnLst/>
              <a:rect l="l" t="t" r="r" b="b"/>
              <a:pathLst>
                <a:path w="559" h="691" extrusionOk="0">
                  <a:moveTo>
                    <a:pt x="279" y="0"/>
                  </a:moveTo>
                  <a:cubicBezTo>
                    <a:pt x="124" y="0"/>
                    <a:pt x="0" y="93"/>
                    <a:pt x="0" y="248"/>
                  </a:cubicBezTo>
                  <a:lnTo>
                    <a:pt x="0" y="435"/>
                  </a:lnTo>
                  <a:cubicBezTo>
                    <a:pt x="0" y="605"/>
                    <a:pt x="140" y="690"/>
                    <a:pt x="279" y="690"/>
                  </a:cubicBezTo>
                  <a:cubicBezTo>
                    <a:pt x="419" y="690"/>
                    <a:pt x="559" y="605"/>
                    <a:pt x="559" y="435"/>
                  </a:cubicBezTo>
                  <a:lnTo>
                    <a:pt x="559" y="248"/>
                  </a:lnTo>
                  <a:cubicBezTo>
                    <a:pt x="559" y="93"/>
                    <a:pt x="435" y="0"/>
                    <a:pt x="27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47" name="Google Shape;347;p28"/>
            <p:cNvSpPr/>
            <p:nvPr/>
          </p:nvSpPr>
          <p:spPr>
            <a:xfrm>
              <a:off x="2746638" y="3409525"/>
              <a:ext cx="13975" cy="18050"/>
            </a:xfrm>
            <a:custGeom>
              <a:avLst/>
              <a:gdLst/>
              <a:ahLst/>
              <a:cxnLst/>
              <a:rect l="l" t="t" r="r" b="b"/>
              <a:pathLst>
                <a:path w="559" h="722" extrusionOk="0">
                  <a:moveTo>
                    <a:pt x="279" y="1"/>
                  </a:moveTo>
                  <a:cubicBezTo>
                    <a:pt x="140" y="1"/>
                    <a:pt x="0" y="86"/>
                    <a:pt x="0" y="257"/>
                  </a:cubicBezTo>
                  <a:lnTo>
                    <a:pt x="0" y="443"/>
                  </a:lnTo>
                  <a:cubicBezTo>
                    <a:pt x="0" y="598"/>
                    <a:pt x="124" y="722"/>
                    <a:pt x="279" y="722"/>
                  </a:cubicBezTo>
                  <a:cubicBezTo>
                    <a:pt x="435" y="722"/>
                    <a:pt x="559" y="598"/>
                    <a:pt x="559" y="443"/>
                  </a:cubicBezTo>
                  <a:lnTo>
                    <a:pt x="559" y="257"/>
                  </a:lnTo>
                  <a:cubicBezTo>
                    <a:pt x="559" y="86"/>
                    <a:pt x="419" y="1"/>
                    <a:pt x="27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48" name="Google Shape;348;p28"/>
            <p:cNvSpPr/>
            <p:nvPr/>
          </p:nvSpPr>
          <p:spPr>
            <a:xfrm>
              <a:off x="2703638" y="3426625"/>
              <a:ext cx="18975" cy="16475"/>
            </a:xfrm>
            <a:custGeom>
              <a:avLst/>
              <a:gdLst/>
              <a:ahLst/>
              <a:cxnLst/>
              <a:rect l="l" t="t" r="r" b="b"/>
              <a:pathLst>
                <a:path w="759" h="659" extrusionOk="0">
                  <a:moveTo>
                    <a:pt x="370" y="0"/>
                  </a:moveTo>
                  <a:cubicBezTo>
                    <a:pt x="170" y="0"/>
                    <a:pt x="0" y="255"/>
                    <a:pt x="169" y="472"/>
                  </a:cubicBezTo>
                  <a:lnTo>
                    <a:pt x="262" y="565"/>
                  </a:lnTo>
                  <a:cubicBezTo>
                    <a:pt x="324" y="627"/>
                    <a:pt x="386" y="658"/>
                    <a:pt x="480" y="658"/>
                  </a:cubicBezTo>
                  <a:cubicBezTo>
                    <a:pt x="542" y="658"/>
                    <a:pt x="604" y="627"/>
                    <a:pt x="666" y="565"/>
                  </a:cubicBezTo>
                  <a:cubicBezTo>
                    <a:pt x="759" y="472"/>
                    <a:pt x="759" y="286"/>
                    <a:pt x="666" y="193"/>
                  </a:cubicBezTo>
                  <a:lnTo>
                    <a:pt x="542" y="69"/>
                  </a:lnTo>
                  <a:cubicBezTo>
                    <a:pt x="487" y="21"/>
                    <a:pt x="427" y="0"/>
                    <a:pt x="37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49" name="Google Shape;349;p28"/>
            <p:cNvSpPr/>
            <p:nvPr/>
          </p:nvSpPr>
          <p:spPr>
            <a:xfrm>
              <a:off x="2782238" y="3505850"/>
              <a:ext cx="21925" cy="16825"/>
            </a:xfrm>
            <a:custGeom>
              <a:avLst/>
              <a:gdLst/>
              <a:ahLst/>
              <a:cxnLst/>
              <a:rect l="l" t="t" r="r" b="b"/>
              <a:pathLst>
                <a:path w="877" h="673" extrusionOk="0">
                  <a:moveTo>
                    <a:pt x="372" y="0"/>
                  </a:moveTo>
                  <a:cubicBezTo>
                    <a:pt x="171" y="0"/>
                    <a:pt x="1" y="278"/>
                    <a:pt x="189" y="467"/>
                  </a:cubicBezTo>
                  <a:lnTo>
                    <a:pt x="313" y="591"/>
                  </a:lnTo>
                  <a:cubicBezTo>
                    <a:pt x="371" y="648"/>
                    <a:pt x="434" y="673"/>
                    <a:pt x="496" y="673"/>
                  </a:cubicBezTo>
                  <a:cubicBezTo>
                    <a:pt x="700" y="673"/>
                    <a:pt x="877" y="403"/>
                    <a:pt x="686" y="188"/>
                  </a:cubicBezTo>
                  <a:lnTo>
                    <a:pt x="562" y="95"/>
                  </a:lnTo>
                  <a:cubicBezTo>
                    <a:pt x="502" y="28"/>
                    <a:pt x="435" y="0"/>
                    <a:pt x="37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50" name="Google Shape;350;p28"/>
            <p:cNvSpPr/>
            <p:nvPr/>
          </p:nvSpPr>
          <p:spPr>
            <a:xfrm>
              <a:off x="2783863" y="3426625"/>
              <a:ext cx="19750" cy="16475"/>
            </a:xfrm>
            <a:custGeom>
              <a:avLst/>
              <a:gdLst/>
              <a:ahLst/>
              <a:cxnLst/>
              <a:rect l="l" t="t" r="r" b="b"/>
              <a:pathLst>
                <a:path w="790" h="659" extrusionOk="0">
                  <a:moveTo>
                    <a:pt x="420" y="0"/>
                  </a:moveTo>
                  <a:cubicBezTo>
                    <a:pt x="363" y="0"/>
                    <a:pt x="303" y="21"/>
                    <a:pt x="248" y="69"/>
                  </a:cubicBezTo>
                  <a:lnTo>
                    <a:pt x="124" y="193"/>
                  </a:lnTo>
                  <a:cubicBezTo>
                    <a:pt x="0" y="286"/>
                    <a:pt x="0" y="472"/>
                    <a:pt x="124" y="565"/>
                  </a:cubicBezTo>
                  <a:cubicBezTo>
                    <a:pt x="186" y="627"/>
                    <a:pt x="248" y="658"/>
                    <a:pt x="310" y="658"/>
                  </a:cubicBezTo>
                  <a:cubicBezTo>
                    <a:pt x="403" y="658"/>
                    <a:pt x="466" y="627"/>
                    <a:pt x="497" y="565"/>
                  </a:cubicBezTo>
                  <a:lnTo>
                    <a:pt x="621" y="472"/>
                  </a:lnTo>
                  <a:cubicBezTo>
                    <a:pt x="790" y="255"/>
                    <a:pt x="620" y="0"/>
                    <a:pt x="42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51" name="Google Shape;351;p28"/>
            <p:cNvSpPr/>
            <p:nvPr/>
          </p:nvSpPr>
          <p:spPr>
            <a:xfrm>
              <a:off x="2702513" y="3505850"/>
              <a:ext cx="22500" cy="16850"/>
            </a:xfrm>
            <a:custGeom>
              <a:avLst/>
              <a:gdLst/>
              <a:ahLst/>
              <a:cxnLst/>
              <a:rect l="l" t="t" r="r" b="b"/>
              <a:pathLst>
                <a:path w="900" h="674" extrusionOk="0">
                  <a:moveTo>
                    <a:pt x="514" y="0"/>
                  </a:moveTo>
                  <a:cubicBezTo>
                    <a:pt x="447" y="0"/>
                    <a:pt x="374" y="28"/>
                    <a:pt x="307" y="95"/>
                  </a:cubicBezTo>
                  <a:lnTo>
                    <a:pt x="214" y="219"/>
                  </a:lnTo>
                  <a:cubicBezTo>
                    <a:pt x="0" y="409"/>
                    <a:pt x="188" y="673"/>
                    <a:pt x="399" y="673"/>
                  </a:cubicBezTo>
                  <a:cubicBezTo>
                    <a:pt x="463" y="673"/>
                    <a:pt x="529" y="649"/>
                    <a:pt x="587" y="591"/>
                  </a:cubicBezTo>
                  <a:lnTo>
                    <a:pt x="711" y="467"/>
                  </a:lnTo>
                  <a:cubicBezTo>
                    <a:pt x="899" y="278"/>
                    <a:pt x="729" y="0"/>
                    <a:pt x="51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52" name="Google Shape;352;p28"/>
            <p:cNvSpPr/>
            <p:nvPr/>
          </p:nvSpPr>
          <p:spPr>
            <a:xfrm>
              <a:off x="2700113" y="3658650"/>
              <a:ext cx="14750" cy="13975"/>
            </a:xfrm>
            <a:custGeom>
              <a:avLst/>
              <a:gdLst/>
              <a:ahLst/>
              <a:cxnLst/>
              <a:rect l="l" t="t" r="r" b="b"/>
              <a:pathLst>
                <a:path w="590" h="559" extrusionOk="0">
                  <a:moveTo>
                    <a:pt x="279" y="1"/>
                  </a:moveTo>
                  <a:cubicBezTo>
                    <a:pt x="217" y="1"/>
                    <a:pt x="155" y="32"/>
                    <a:pt x="93" y="63"/>
                  </a:cubicBezTo>
                  <a:cubicBezTo>
                    <a:pt x="0" y="187"/>
                    <a:pt x="0" y="342"/>
                    <a:pt x="93" y="466"/>
                  </a:cubicBezTo>
                  <a:cubicBezTo>
                    <a:pt x="155" y="528"/>
                    <a:pt x="217" y="528"/>
                    <a:pt x="279" y="559"/>
                  </a:cubicBezTo>
                  <a:cubicBezTo>
                    <a:pt x="372" y="528"/>
                    <a:pt x="434" y="528"/>
                    <a:pt x="496" y="466"/>
                  </a:cubicBezTo>
                  <a:cubicBezTo>
                    <a:pt x="590" y="342"/>
                    <a:pt x="590" y="187"/>
                    <a:pt x="496" y="63"/>
                  </a:cubicBezTo>
                  <a:cubicBezTo>
                    <a:pt x="434" y="32"/>
                    <a:pt x="372" y="1"/>
                    <a:pt x="27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grpSp>
      <p:sp>
        <p:nvSpPr>
          <p:cNvPr id="361" name="Google Shape;361;p28"/>
          <p:cNvSpPr/>
          <p:nvPr/>
        </p:nvSpPr>
        <p:spPr>
          <a:xfrm>
            <a:off x="5209313" y="2869625"/>
            <a:ext cx="14750" cy="14000"/>
          </a:xfrm>
          <a:custGeom>
            <a:avLst/>
            <a:gdLst/>
            <a:ahLst/>
            <a:cxnLst/>
            <a:rect l="l" t="t" r="r" b="b"/>
            <a:pathLst>
              <a:path w="590" h="560" extrusionOk="0">
                <a:moveTo>
                  <a:pt x="280" y="1"/>
                </a:moveTo>
                <a:cubicBezTo>
                  <a:pt x="218" y="1"/>
                  <a:pt x="156" y="32"/>
                  <a:pt x="94" y="94"/>
                </a:cubicBezTo>
                <a:cubicBezTo>
                  <a:pt x="1" y="187"/>
                  <a:pt x="1" y="373"/>
                  <a:pt x="94" y="466"/>
                </a:cubicBezTo>
                <a:cubicBezTo>
                  <a:pt x="156" y="528"/>
                  <a:pt x="218" y="559"/>
                  <a:pt x="280" y="559"/>
                </a:cubicBezTo>
                <a:cubicBezTo>
                  <a:pt x="373" y="559"/>
                  <a:pt x="435" y="528"/>
                  <a:pt x="497" y="466"/>
                </a:cubicBezTo>
                <a:cubicBezTo>
                  <a:pt x="590" y="373"/>
                  <a:pt x="590" y="187"/>
                  <a:pt x="497" y="94"/>
                </a:cubicBezTo>
                <a:cubicBezTo>
                  <a:pt x="435" y="32"/>
                  <a:pt x="373" y="1"/>
                  <a:pt x="28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grpSp>
        <p:nvGrpSpPr>
          <p:cNvPr id="362" name="Google Shape;362;p28"/>
          <p:cNvGrpSpPr/>
          <p:nvPr/>
        </p:nvGrpSpPr>
        <p:grpSpPr>
          <a:xfrm>
            <a:off x="7653413" y="2955900"/>
            <a:ext cx="275075" cy="154375"/>
            <a:chOff x="4809663" y="2962850"/>
            <a:chExt cx="275075" cy="154375"/>
          </a:xfrm>
        </p:grpSpPr>
        <p:sp>
          <p:nvSpPr>
            <p:cNvPr id="368" name="Google Shape;368;p28"/>
            <p:cNvSpPr/>
            <p:nvPr/>
          </p:nvSpPr>
          <p:spPr>
            <a:xfrm>
              <a:off x="4809663" y="3103375"/>
              <a:ext cx="19200" cy="13850"/>
            </a:xfrm>
            <a:custGeom>
              <a:avLst/>
              <a:gdLst/>
              <a:ahLst/>
              <a:cxnLst/>
              <a:rect l="l" t="t" r="r" b="b"/>
              <a:pathLst>
                <a:path w="768" h="554" extrusionOk="0">
                  <a:moveTo>
                    <a:pt x="363" y="0"/>
                  </a:moveTo>
                  <a:cubicBezTo>
                    <a:pt x="78" y="0"/>
                    <a:pt x="0" y="409"/>
                    <a:pt x="270" y="529"/>
                  </a:cubicBezTo>
                  <a:cubicBezTo>
                    <a:pt x="308" y="546"/>
                    <a:pt x="346" y="554"/>
                    <a:pt x="382" y="554"/>
                  </a:cubicBezTo>
                  <a:cubicBezTo>
                    <a:pt x="608" y="554"/>
                    <a:pt x="767" y="251"/>
                    <a:pt x="580" y="64"/>
                  </a:cubicBezTo>
                  <a:cubicBezTo>
                    <a:pt x="518" y="33"/>
                    <a:pt x="456" y="2"/>
                    <a:pt x="394" y="2"/>
                  </a:cubicBezTo>
                  <a:cubicBezTo>
                    <a:pt x="383" y="1"/>
                    <a:pt x="373" y="0"/>
                    <a:pt x="36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370" name="Google Shape;370;p28"/>
            <p:cNvSpPr/>
            <p:nvPr/>
          </p:nvSpPr>
          <p:spPr>
            <a:xfrm>
              <a:off x="5066113" y="2962850"/>
              <a:ext cx="18625" cy="13400"/>
            </a:xfrm>
            <a:custGeom>
              <a:avLst/>
              <a:gdLst/>
              <a:ahLst/>
              <a:cxnLst/>
              <a:rect l="l" t="t" r="r" b="b"/>
              <a:pathLst>
                <a:path w="745" h="536" extrusionOk="0">
                  <a:moveTo>
                    <a:pt x="372" y="1"/>
                  </a:moveTo>
                  <a:cubicBezTo>
                    <a:pt x="303" y="1"/>
                    <a:pt x="233" y="24"/>
                    <a:pt x="186" y="71"/>
                  </a:cubicBezTo>
                  <a:cubicBezTo>
                    <a:pt x="0" y="257"/>
                    <a:pt x="124" y="536"/>
                    <a:pt x="372" y="536"/>
                  </a:cubicBezTo>
                  <a:cubicBezTo>
                    <a:pt x="620" y="536"/>
                    <a:pt x="745" y="257"/>
                    <a:pt x="558" y="71"/>
                  </a:cubicBezTo>
                  <a:cubicBezTo>
                    <a:pt x="512" y="24"/>
                    <a:pt x="442" y="1"/>
                    <a:pt x="37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grpSp>
      <p:sp>
        <p:nvSpPr>
          <p:cNvPr id="5" name="ZoneTexte 4">
            <a:extLst>
              <a:ext uri="{FF2B5EF4-FFF2-40B4-BE49-F238E27FC236}">
                <a16:creationId xmlns:a16="http://schemas.microsoft.com/office/drawing/2014/main" id="{6BA470F0-AD45-0443-21FE-E8AFC3E83AA1}"/>
              </a:ext>
            </a:extLst>
          </p:cNvPr>
          <p:cNvSpPr txBox="1"/>
          <p:nvPr/>
        </p:nvSpPr>
        <p:spPr>
          <a:xfrm>
            <a:off x="1233848" y="1774446"/>
            <a:ext cx="2643080" cy="523220"/>
          </a:xfrm>
          <a:prstGeom prst="rect">
            <a:avLst/>
          </a:prstGeom>
          <a:noFill/>
        </p:spPr>
        <p:txBody>
          <a:bodyPr wrap="square">
            <a:spAutoFit/>
          </a:bodyPr>
          <a:lstStyle/>
          <a:p>
            <a:r>
              <a:rPr lang="fr-FR" dirty="0">
                <a:latin typeface="Georgia" panose="02040502050405020303" pitchFamily="18" charset="0"/>
              </a:rPr>
              <a:t>fournisseurs pour sélectionner MP les plus écologiques.</a:t>
            </a:r>
            <a:endParaRPr lang="en-US" dirty="0">
              <a:latin typeface="Georgia" panose="02040502050405020303" pitchFamily="18" charset="0"/>
            </a:endParaRPr>
          </a:p>
        </p:txBody>
      </p:sp>
      <p:sp>
        <p:nvSpPr>
          <p:cNvPr id="7" name="ZoneTexte 6">
            <a:extLst>
              <a:ext uri="{FF2B5EF4-FFF2-40B4-BE49-F238E27FC236}">
                <a16:creationId xmlns:a16="http://schemas.microsoft.com/office/drawing/2014/main" id="{104C6115-88DD-71A0-0822-3A89E4741C63}"/>
              </a:ext>
            </a:extLst>
          </p:cNvPr>
          <p:cNvSpPr txBox="1"/>
          <p:nvPr/>
        </p:nvSpPr>
        <p:spPr>
          <a:xfrm>
            <a:off x="3036013" y="3972948"/>
            <a:ext cx="2767434" cy="523220"/>
          </a:xfrm>
          <a:prstGeom prst="rect">
            <a:avLst/>
          </a:prstGeom>
          <a:noFill/>
        </p:spPr>
        <p:txBody>
          <a:bodyPr wrap="square">
            <a:spAutoFit/>
          </a:bodyPr>
          <a:lstStyle/>
          <a:p>
            <a:r>
              <a:rPr lang="fr-FR" dirty="0">
                <a:latin typeface="Georgia" panose="02040502050405020303" pitchFamily="18" charset="0"/>
              </a:rPr>
              <a:t>Optimiser les techniques </a:t>
            </a:r>
          </a:p>
          <a:p>
            <a:r>
              <a:rPr lang="fr-FR" dirty="0">
                <a:latin typeface="Georgia" panose="02040502050405020303" pitchFamily="18" charset="0"/>
              </a:rPr>
              <a:t>de production</a:t>
            </a:r>
            <a:endParaRPr lang="en-US" dirty="0">
              <a:latin typeface="Georgia" panose="02040502050405020303" pitchFamily="18" charset="0"/>
            </a:endParaRPr>
          </a:p>
        </p:txBody>
      </p:sp>
      <p:sp>
        <p:nvSpPr>
          <p:cNvPr id="9" name="ZoneTexte 8">
            <a:extLst>
              <a:ext uri="{FF2B5EF4-FFF2-40B4-BE49-F238E27FC236}">
                <a16:creationId xmlns:a16="http://schemas.microsoft.com/office/drawing/2014/main" id="{92BB6417-8350-0DA9-73FD-D6B6AFB4C8B7}"/>
              </a:ext>
            </a:extLst>
          </p:cNvPr>
          <p:cNvSpPr txBox="1"/>
          <p:nvPr/>
        </p:nvSpPr>
        <p:spPr>
          <a:xfrm>
            <a:off x="4533376" y="1670362"/>
            <a:ext cx="1826685" cy="738664"/>
          </a:xfrm>
          <a:prstGeom prst="rect">
            <a:avLst/>
          </a:prstGeom>
          <a:noFill/>
        </p:spPr>
        <p:txBody>
          <a:bodyPr wrap="square">
            <a:spAutoFit/>
          </a:bodyPr>
          <a:lstStyle/>
          <a:p>
            <a:r>
              <a:rPr lang="fr-FR" dirty="0">
                <a:latin typeface="Georgia" panose="02040502050405020303" pitchFamily="18" charset="0"/>
              </a:rPr>
              <a:t>les moyens de transport les moins </a:t>
            </a:r>
          </a:p>
          <a:p>
            <a:r>
              <a:rPr lang="fr-FR" dirty="0">
                <a:latin typeface="Georgia" panose="02040502050405020303" pitchFamily="18" charset="0"/>
              </a:rPr>
              <a:t>polluants</a:t>
            </a:r>
            <a:endParaRPr lang="en-US" dirty="0">
              <a:latin typeface="Georgia" panose="02040502050405020303" pitchFamily="18" charset="0"/>
            </a:endParaRPr>
          </a:p>
        </p:txBody>
      </p:sp>
      <p:sp>
        <p:nvSpPr>
          <p:cNvPr id="11" name="ZoneTexte 10">
            <a:extLst>
              <a:ext uri="{FF2B5EF4-FFF2-40B4-BE49-F238E27FC236}">
                <a16:creationId xmlns:a16="http://schemas.microsoft.com/office/drawing/2014/main" id="{8B625FAC-85B5-91CA-2070-2788F4247FEA}"/>
              </a:ext>
            </a:extLst>
          </p:cNvPr>
          <p:cNvSpPr txBox="1"/>
          <p:nvPr/>
        </p:nvSpPr>
        <p:spPr>
          <a:xfrm>
            <a:off x="5521708" y="3954133"/>
            <a:ext cx="3346750" cy="523220"/>
          </a:xfrm>
          <a:prstGeom prst="rect">
            <a:avLst/>
          </a:prstGeom>
          <a:noFill/>
        </p:spPr>
        <p:txBody>
          <a:bodyPr wrap="square">
            <a:spAutoFit/>
          </a:bodyPr>
          <a:lstStyle/>
          <a:p>
            <a:r>
              <a:rPr lang="fr-FR" dirty="0">
                <a:latin typeface="Georgia" panose="02040502050405020303" pitchFamily="18" charset="0"/>
              </a:rPr>
              <a:t>Augmenter la durée de vie </a:t>
            </a:r>
          </a:p>
          <a:p>
            <a:r>
              <a:rPr lang="fr-FR" dirty="0">
                <a:latin typeface="Georgia" panose="02040502050405020303" pitchFamily="18" charset="0"/>
              </a:rPr>
              <a:t>du produit</a:t>
            </a:r>
            <a:endParaRPr lang="en-US" dirty="0">
              <a:latin typeface="Georgia" panose="02040502050405020303" pitchFamily="18" charset="0"/>
            </a:endParaRPr>
          </a:p>
        </p:txBody>
      </p:sp>
      <p:sp>
        <p:nvSpPr>
          <p:cNvPr id="12" name="Google Shape;287;p28">
            <a:extLst>
              <a:ext uri="{FF2B5EF4-FFF2-40B4-BE49-F238E27FC236}">
                <a16:creationId xmlns:a16="http://schemas.microsoft.com/office/drawing/2014/main" id="{76E1591F-7DC2-A57F-099B-F13CE3AC1863}"/>
              </a:ext>
            </a:extLst>
          </p:cNvPr>
          <p:cNvSpPr txBox="1"/>
          <p:nvPr/>
        </p:nvSpPr>
        <p:spPr>
          <a:xfrm>
            <a:off x="7056588" y="1941607"/>
            <a:ext cx="1782600" cy="484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200" dirty="0">
              <a:solidFill>
                <a:srgbClr val="000000"/>
              </a:solidFill>
              <a:latin typeface="Georgia" panose="02040502050405020303" pitchFamily="18" charset="0"/>
              <a:ea typeface="Roboto"/>
              <a:cs typeface="Roboto"/>
              <a:sym typeface="Roboto"/>
            </a:endParaRPr>
          </a:p>
        </p:txBody>
      </p:sp>
      <p:sp>
        <p:nvSpPr>
          <p:cNvPr id="15" name="ZoneTexte 14">
            <a:extLst>
              <a:ext uri="{FF2B5EF4-FFF2-40B4-BE49-F238E27FC236}">
                <a16:creationId xmlns:a16="http://schemas.microsoft.com/office/drawing/2014/main" id="{BAB7A8A7-7370-AD1B-C581-88D00A990705}"/>
              </a:ext>
            </a:extLst>
          </p:cNvPr>
          <p:cNvSpPr txBox="1"/>
          <p:nvPr/>
        </p:nvSpPr>
        <p:spPr>
          <a:xfrm>
            <a:off x="6608634" y="1812404"/>
            <a:ext cx="4617980" cy="307777"/>
          </a:xfrm>
          <a:prstGeom prst="rect">
            <a:avLst/>
          </a:prstGeom>
          <a:noFill/>
        </p:spPr>
        <p:txBody>
          <a:bodyPr wrap="square">
            <a:spAutoFit/>
          </a:bodyPr>
          <a:lstStyle/>
          <a:p>
            <a:r>
              <a:rPr lang="fr-FR" dirty="0">
                <a:latin typeface="Georgia" panose="02040502050405020303" pitchFamily="18" charset="0"/>
              </a:rPr>
              <a:t>Utiliser les matières recyclables</a:t>
            </a:r>
            <a:endParaRPr lang="en-US" dirty="0">
              <a:latin typeface="Georgia" panose="02040502050405020303" pitchFamily="18" charset="0"/>
            </a:endParaRPr>
          </a:p>
        </p:txBody>
      </p:sp>
      <p:pic>
        <p:nvPicPr>
          <p:cNvPr id="18" name="Image 17">
            <a:extLst>
              <a:ext uri="{FF2B5EF4-FFF2-40B4-BE49-F238E27FC236}">
                <a16:creationId xmlns:a16="http://schemas.microsoft.com/office/drawing/2014/main" id="{8A1C5C03-AC7F-3895-AF2F-DAEF46D19F18}"/>
              </a:ext>
            </a:extLst>
          </p:cNvPr>
          <p:cNvPicPr>
            <a:picLocks noChangeAspect="1"/>
          </p:cNvPicPr>
          <p:nvPr/>
        </p:nvPicPr>
        <p:blipFill>
          <a:blip r:embed="rId3"/>
          <a:stretch>
            <a:fillRect/>
          </a:stretch>
        </p:blipFill>
        <p:spPr>
          <a:xfrm>
            <a:off x="2177889" y="2711052"/>
            <a:ext cx="475529" cy="475529"/>
          </a:xfrm>
          <a:prstGeom prst="rect">
            <a:avLst/>
          </a:prstGeom>
        </p:spPr>
      </p:pic>
      <p:pic>
        <p:nvPicPr>
          <p:cNvPr id="20" name="Image 19">
            <a:extLst>
              <a:ext uri="{FF2B5EF4-FFF2-40B4-BE49-F238E27FC236}">
                <a16:creationId xmlns:a16="http://schemas.microsoft.com/office/drawing/2014/main" id="{2F34F90E-8F53-58DA-8800-AD72B2ACCE9B}"/>
              </a:ext>
            </a:extLst>
          </p:cNvPr>
          <p:cNvPicPr>
            <a:picLocks noChangeAspect="1"/>
          </p:cNvPicPr>
          <p:nvPr/>
        </p:nvPicPr>
        <p:blipFill>
          <a:blip r:embed="rId4"/>
          <a:stretch>
            <a:fillRect/>
          </a:stretch>
        </p:blipFill>
        <p:spPr>
          <a:xfrm>
            <a:off x="760414" y="2730766"/>
            <a:ext cx="518205" cy="524301"/>
          </a:xfrm>
          <a:prstGeom prst="rect">
            <a:avLst/>
          </a:prstGeom>
        </p:spPr>
      </p:pic>
      <p:pic>
        <p:nvPicPr>
          <p:cNvPr id="21" name="Image 20">
            <a:extLst>
              <a:ext uri="{FF2B5EF4-FFF2-40B4-BE49-F238E27FC236}">
                <a16:creationId xmlns:a16="http://schemas.microsoft.com/office/drawing/2014/main" id="{A1F61CE4-7239-EBCA-3294-AE31708479F0}"/>
              </a:ext>
            </a:extLst>
          </p:cNvPr>
          <p:cNvPicPr>
            <a:picLocks noChangeAspect="1"/>
          </p:cNvPicPr>
          <p:nvPr/>
        </p:nvPicPr>
        <p:blipFill>
          <a:blip r:embed="rId5"/>
          <a:stretch>
            <a:fillRect/>
          </a:stretch>
        </p:blipFill>
        <p:spPr>
          <a:xfrm>
            <a:off x="3721780" y="2666959"/>
            <a:ext cx="489945" cy="489945"/>
          </a:xfrm>
          <a:prstGeom prst="rect">
            <a:avLst/>
          </a:prstGeom>
        </p:spPr>
      </p:pic>
      <p:pic>
        <p:nvPicPr>
          <p:cNvPr id="22" name="Image 21">
            <a:extLst>
              <a:ext uri="{FF2B5EF4-FFF2-40B4-BE49-F238E27FC236}">
                <a16:creationId xmlns:a16="http://schemas.microsoft.com/office/drawing/2014/main" id="{9C2835F5-123D-3FB8-8B64-49CD145772E6}"/>
              </a:ext>
            </a:extLst>
          </p:cNvPr>
          <p:cNvPicPr>
            <a:picLocks noChangeAspect="1"/>
          </p:cNvPicPr>
          <p:nvPr/>
        </p:nvPicPr>
        <p:blipFill>
          <a:blip r:embed="rId6"/>
          <a:stretch>
            <a:fillRect/>
          </a:stretch>
        </p:blipFill>
        <p:spPr>
          <a:xfrm>
            <a:off x="5006513" y="2695802"/>
            <a:ext cx="512108" cy="512108"/>
          </a:xfrm>
          <a:prstGeom prst="rect">
            <a:avLst/>
          </a:prstGeom>
        </p:spPr>
      </p:pic>
      <p:pic>
        <p:nvPicPr>
          <p:cNvPr id="23" name="Image 22">
            <a:extLst>
              <a:ext uri="{FF2B5EF4-FFF2-40B4-BE49-F238E27FC236}">
                <a16:creationId xmlns:a16="http://schemas.microsoft.com/office/drawing/2014/main" id="{A85558F5-6215-7730-5028-25B273364A47}"/>
              </a:ext>
            </a:extLst>
          </p:cNvPr>
          <p:cNvPicPr>
            <a:picLocks noChangeAspect="1"/>
          </p:cNvPicPr>
          <p:nvPr/>
        </p:nvPicPr>
        <p:blipFill>
          <a:blip r:embed="rId7"/>
          <a:stretch>
            <a:fillRect/>
          </a:stretch>
        </p:blipFill>
        <p:spPr>
          <a:xfrm>
            <a:off x="6365125" y="2706438"/>
            <a:ext cx="487722" cy="487722"/>
          </a:xfrm>
          <a:prstGeom prst="rect">
            <a:avLst/>
          </a:prstGeom>
        </p:spPr>
      </p:pic>
      <p:pic>
        <p:nvPicPr>
          <p:cNvPr id="24" name="Image 23">
            <a:extLst>
              <a:ext uri="{FF2B5EF4-FFF2-40B4-BE49-F238E27FC236}">
                <a16:creationId xmlns:a16="http://schemas.microsoft.com/office/drawing/2014/main" id="{89AD34DD-5681-3F6A-641E-1B463B2F6EF5}"/>
              </a:ext>
            </a:extLst>
          </p:cNvPr>
          <p:cNvPicPr>
            <a:picLocks noChangeAspect="1"/>
          </p:cNvPicPr>
          <p:nvPr/>
        </p:nvPicPr>
        <p:blipFill>
          <a:blip r:embed="rId8"/>
          <a:stretch>
            <a:fillRect/>
          </a:stretch>
        </p:blipFill>
        <p:spPr>
          <a:xfrm>
            <a:off x="7539126" y="2723998"/>
            <a:ext cx="530398" cy="52430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71"/>
        <p:cNvGrpSpPr/>
        <p:nvPr/>
      </p:nvGrpSpPr>
      <p:grpSpPr>
        <a:xfrm>
          <a:off x="0" y="0"/>
          <a:ext cx="0" cy="0"/>
          <a:chOff x="0" y="0"/>
          <a:chExt cx="0" cy="0"/>
        </a:xfrm>
      </p:grpSpPr>
      <p:sp>
        <p:nvSpPr>
          <p:cNvPr id="672" name="Google Shape;672;p32"/>
          <p:cNvSpPr txBox="1">
            <a:spLocks noGrp="1"/>
          </p:cNvSpPr>
          <p:nvPr>
            <p:ph type="title"/>
          </p:nvPr>
        </p:nvSpPr>
        <p:spPr>
          <a:xfrm>
            <a:off x="298797" y="327157"/>
            <a:ext cx="82296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dirty="0"/>
              <a:t>Les composants de l'économie circulaire</a:t>
            </a:r>
            <a:endParaRPr dirty="0"/>
          </a:p>
        </p:txBody>
      </p:sp>
      <p:grpSp>
        <p:nvGrpSpPr>
          <p:cNvPr id="673" name="Google Shape;673;p32"/>
          <p:cNvGrpSpPr/>
          <p:nvPr/>
        </p:nvGrpSpPr>
        <p:grpSpPr>
          <a:xfrm>
            <a:off x="5880375" y="1022317"/>
            <a:ext cx="2725019" cy="1880492"/>
            <a:chOff x="6600204" y="1247324"/>
            <a:chExt cx="2086044" cy="1511806"/>
          </a:xfrm>
        </p:grpSpPr>
        <p:sp>
          <p:nvSpPr>
            <p:cNvPr id="674" name="Google Shape;674;p32"/>
            <p:cNvSpPr/>
            <p:nvPr/>
          </p:nvSpPr>
          <p:spPr>
            <a:xfrm>
              <a:off x="6604548" y="1692330"/>
              <a:ext cx="2081700" cy="1066800"/>
            </a:xfrm>
            <a:prstGeom prst="roundRect">
              <a:avLst>
                <a:gd name="adj" fmla="val 16667"/>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2"/>
            <p:cNvSpPr txBox="1"/>
            <p:nvPr/>
          </p:nvSpPr>
          <p:spPr>
            <a:xfrm>
              <a:off x="6676879" y="2086174"/>
              <a:ext cx="1928400" cy="565500"/>
            </a:xfrm>
            <a:prstGeom prst="rect">
              <a:avLst/>
            </a:prstGeom>
            <a:noFill/>
            <a:ln>
              <a:noFill/>
            </a:ln>
          </p:spPr>
          <p:txBody>
            <a:bodyPr spcFirstLastPara="1" wrap="square" lIns="91425" tIns="91425" rIns="91425" bIns="91425" anchor="t" anchorCtr="0">
              <a:noAutofit/>
            </a:bodyPr>
            <a:lstStyle/>
            <a:p>
              <a:pPr lvl="0" algn="ctr"/>
              <a:endParaRPr sz="1200" dirty="0">
                <a:solidFill>
                  <a:srgbClr val="000000"/>
                </a:solidFill>
                <a:latin typeface="Roboto"/>
                <a:ea typeface="Roboto"/>
                <a:cs typeface="Roboto"/>
                <a:sym typeface="Roboto"/>
              </a:endParaRPr>
            </a:p>
          </p:txBody>
        </p:sp>
        <p:sp>
          <p:nvSpPr>
            <p:cNvPr id="677" name="Google Shape;677;p32"/>
            <p:cNvSpPr txBox="1"/>
            <p:nvPr/>
          </p:nvSpPr>
          <p:spPr>
            <a:xfrm>
              <a:off x="6600204" y="1247324"/>
              <a:ext cx="2081700" cy="3357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solidFill>
                  <a:srgbClr val="000000"/>
                </a:solidFill>
                <a:latin typeface="Fira Sans Extra Condensed SemiBold"/>
                <a:ea typeface="Fira Sans Extra Condensed SemiBold"/>
                <a:cs typeface="Fira Sans Extra Condensed SemiBold"/>
                <a:sym typeface="Fira Sans Extra Condensed SemiBold"/>
              </a:endParaRPr>
            </a:p>
          </p:txBody>
        </p:sp>
      </p:grpSp>
      <p:grpSp>
        <p:nvGrpSpPr>
          <p:cNvPr id="683" name="Google Shape;683;p32"/>
          <p:cNvGrpSpPr/>
          <p:nvPr/>
        </p:nvGrpSpPr>
        <p:grpSpPr>
          <a:xfrm>
            <a:off x="259537" y="1604380"/>
            <a:ext cx="2198656" cy="1758218"/>
            <a:chOff x="457771" y="1247324"/>
            <a:chExt cx="2086205" cy="1511806"/>
          </a:xfrm>
        </p:grpSpPr>
        <p:sp>
          <p:nvSpPr>
            <p:cNvPr id="684" name="Google Shape;684;p32"/>
            <p:cNvSpPr/>
            <p:nvPr/>
          </p:nvSpPr>
          <p:spPr>
            <a:xfrm>
              <a:off x="457776" y="1692330"/>
              <a:ext cx="2086200" cy="1066800"/>
            </a:xfrm>
            <a:prstGeom prst="roundRect">
              <a:avLst>
                <a:gd name="adj" fmla="val 16667"/>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2"/>
            <p:cNvSpPr txBox="1"/>
            <p:nvPr/>
          </p:nvSpPr>
          <p:spPr>
            <a:xfrm>
              <a:off x="536663" y="2086699"/>
              <a:ext cx="1928400" cy="56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200" dirty="0">
                <a:latin typeface="Roboto"/>
                <a:ea typeface="Roboto"/>
                <a:cs typeface="Roboto"/>
                <a:sym typeface="Roboto"/>
              </a:endParaRPr>
            </a:p>
          </p:txBody>
        </p:sp>
        <p:sp>
          <p:nvSpPr>
            <p:cNvPr id="687" name="Google Shape;687;p32"/>
            <p:cNvSpPr txBox="1"/>
            <p:nvPr/>
          </p:nvSpPr>
          <p:spPr>
            <a:xfrm>
              <a:off x="457771" y="1247324"/>
              <a:ext cx="2086200" cy="3357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solidFill>
                  <a:srgbClr val="000000"/>
                </a:solidFill>
                <a:latin typeface="Fira Sans Extra Condensed SemiBold"/>
                <a:ea typeface="Fira Sans Extra Condensed SemiBold"/>
                <a:cs typeface="Fira Sans Extra Condensed SemiBold"/>
                <a:sym typeface="Fira Sans Extra Condensed SemiBold"/>
              </a:endParaRPr>
            </a:p>
          </p:txBody>
        </p:sp>
      </p:grpSp>
      <p:grpSp>
        <p:nvGrpSpPr>
          <p:cNvPr id="688" name="Google Shape;688;p32"/>
          <p:cNvGrpSpPr/>
          <p:nvPr/>
        </p:nvGrpSpPr>
        <p:grpSpPr>
          <a:xfrm>
            <a:off x="5833077" y="3169928"/>
            <a:ext cx="2772329" cy="1928967"/>
            <a:chOff x="457763" y="3113000"/>
            <a:chExt cx="2086209" cy="1564248"/>
          </a:xfrm>
        </p:grpSpPr>
        <p:sp>
          <p:nvSpPr>
            <p:cNvPr id="689" name="Google Shape;689;p32"/>
            <p:cNvSpPr/>
            <p:nvPr/>
          </p:nvSpPr>
          <p:spPr>
            <a:xfrm>
              <a:off x="457770" y="3610448"/>
              <a:ext cx="2086200" cy="1066800"/>
            </a:xfrm>
            <a:prstGeom prst="roundRect">
              <a:avLst>
                <a:gd name="adj" fmla="val 16667"/>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2"/>
            <p:cNvSpPr txBox="1"/>
            <p:nvPr/>
          </p:nvSpPr>
          <p:spPr>
            <a:xfrm>
              <a:off x="457763" y="3709111"/>
              <a:ext cx="2086200" cy="39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solidFill>
                  <a:srgbClr val="000000"/>
                </a:solidFill>
                <a:latin typeface="Fira Sans Extra Condensed SemiBold"/>
                <a:ea typeface="Fira Sans Extra Condensed SemiBold"/>
                <a:cs typeface="Fira Sans Extra Condensed SemiBold"/>
                <a:sym typeface="Fira Sans Extra Condensed SemiBold"/>
              </a:endParaRPr>
            </a:p>
          </p:txBody>
        </p:sp>
        <p:sp>
          <p:nvSpPr>
            <p:cNvPr id="691" name="Google Shape;691;p32"/>
            <p:cNvSpPr txBox="1"/>
            <p:nvPr/>
          </p:nvSpPr>
          <p:spPr>
            <a:xfrm>
              <a:off x="536663" y="3995002"/>
              <a:ext cx="1928400" cy="565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200" dirty="0">
                <a:solidFill>
                  <a:srgbClr val="000000"/>
                </a:solidFill>
                <a:latin typeface="Roboto"/>
                <a:ea typeface="Roboto"/>
                <a:cs typeface="Roboto"/>
                <a:sym typeface="Roboto"/>
              </a:endParaRPr>
            </a:p>
          </p:txBody>
        </p:sp>
        <p:sp>
          <p:nvSpPr>
            <p:cNvPr id="692" name="Google Shape;692;p32"/>
            <p:cNvSpPr txBox="1"/>
            <p:nvPr/>
          </p:nvSpPr>
          <p:spPr>
            <a:xfrm>
              <a:off x="457771" y="3113000"/>
              <a:ext cx="2086200" cy="335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solidFill>
                  <a:srgbClr val="000000"/>
                </a:solidFill>
                <a:latin typeface="Fira Sans Extra Condensed SemiBold"/>
                <a:ea typeface="Fira Sans Extra Condensed SemiBold"/>
                <a:cs typeface="Fira Sans Extra Condensed SemiBold"/>
                <a:sym typeface="Fira Sans Extra Condensed SemiBold"/>
              </a:endParaRPr>
            </a:p>
          </p:txBody>
        </p:sp>
      </p:grpSp>
      <p:grpSp>
        <p:nvGrpSpPr>
          <p:cNvPr id="693" name="Google Shape;693;p32"/>
          <p:cNvGrpSpPr/>
          <p:nvPr/>
        </p:nvGrpSpPr>
        <p:grpSpPr>
          <a:xfrm>
            <a:off x="2543814" y="1533299"/>
            <a:ext cx="2992046" cy="3000620"/>
            <a:chOff x="3079260" y="1422307"/>
            <a:chExt cx="2992046" cy="3000620"/>
          </a:xfrm>
        </p:grpSpPr>
        <p:sp>
          <p:nvSpPr>
            <p:cNvPr id="694" name="Google Shape;694;p32"/>
            <p:cNvSpPr/>
            <p:nvPr/>
          </p:nvSpPr>
          <p:spPr>
            <a:xfrm rot="5099248">
              <a:off x="3089306" y="1422307"/>
              <a:ext cx="2982000" cy="2982000"/>
            </a:xfrm>
            <a:prstGeom prst="blockArc">
              <a:avLst>
                <a:gd name="adj1" fmla="val 10800000"/>
                <a:gd name="adj2" fmla="val 17437976"/>
                <a:gd name="adj3" fmla="val 25202"/>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32"/>
            <p:cNvSpPr/>
            <p:nvPr/>
          </p:nvSpPr>
          <p:spPr>
            <a:xfrm rot="19032279">
              <a:off x="3099966" y="1432463"/>
              <a:ext cx="2961696" cy="2990464"/>
            </a:xfrm>
            <a:prstGeom prst="blockArc">
              <a:avLst>
                <a:gd name="adj1" fmla="val 10800000"/>
                <a:gd name="adj2" fmla="val 18447549"/>
                <a:gd name="adj3" fmla="val 24803"/>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7" name="Google Shape;697;p32"/>
            <p:cNvSpPr/>
            <p:nvPr/>
          </p:nvSpPr>
          <p:spPr>
            <a:xfrm rot="8562628">
              <a:off x="3079260" y="1439342"/>
              <a:ext cx="2981960" cy="2981960"/>
            </a:xfrm>
            <a:prstGeom prst="blockArc">
              <a:avLst>
                <a:gd name="adj1" fmla="val 13910140"/>
                <a:gd name="adj2" fmla="val 21578702"/>
                <a:gd name="adj3" fmla="val 24898"/>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699" name="Google Shape;699;p32"/>
            <p:cNvGrpSpPr/>
            <p:nvPr/>
          </p:nvGrpSpPr>
          <p:grpSpPr>
            <a:xfrm>
              <a:off x="3247001" y="1995674"/>
              <a:ext cx="130888" cy="108296"/>
              <a:chOff x="7135863" y="3920775"/>
              <a:chExt cx="152800" cy="126425"/>
            </a:xfrm>
          </p:grpSpPr>
          <p:sp>
            <p:nvSpPr>
              <p:cNvPr id="702" name="Google Shape;702;p32"/>
              <p:cNvSpPr/>
              <p:nvPr/>
            </p:nvSpPr>
            <p:spPr>
              <a:xfrm>
                <a:off x="7211863" y="3920775"/>
                <a:ext cx="76800" cy="76000"/>
              </a:xfrm>
              <a:custGeom>
                <a:avLst/>
                <a:gdLst/>
                <a:ahLst/>
                <a:cxnLst/>
                <a:rect l="l" t="t" r="r" b="b"/>
                <a:pathLst>
                  <a:path w="3072" h="3040" extrusionOk="0">
                    <a:moveTo>
                      <a:pt x="2110" y="0"/>
                    </a:moveTo>
                    <a:cubicBezTo>
                      <a:pt x="962" y="0"/>
                      <a:pt x="1" y="931"/>
                      <a:pt x="1" y="2109"/>
                    </a:cubicBezTo>
                    <a:lnTo>
                      <a:pt x="1" y="3040"/>
                    </a:lnTo>
                    <a:lnTo>
                      <a:pt x="962" y="3040"/>
                    </a:lnTo>
                    <a:cubicBezTo>
                      <a:pt x="2110" y="3040"/>
                      <a:pt x="3071" y="2109"/>
                      <a:pt x="3071" y="931"/>
                    </a:cubicBezTo>
                    <a:lnTo>
                      <a:pt x="3071" y="0"/>
                    </a:lnTo>
                    <a:close/>
                  </a:path>
                </a:pathLst>
              </a:custGeom>
              <a:solidFill>
                <a:srgbClr val="D8EC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2"/>
              <p:cNvSpPr/>
              <p:nvPr/>
            </p:nvSpPr>
            <p:spPr>
              <a:xfrm>
                <a:off x="7135863" y="3920775"/>
                <a:ext cx="76025" cy="76000"/>
              </a:xfrm>
              <a:custGeom>
                <a:avLst/>
                <a:gdLst/>
                <a:ahLst/>
                <a:cxnLst/>
                <a:rect l="l" t="t" r="r" b="b"/>
                <a:pathLst>
                  <a:path w="3041" h="3040" extrusionOk="0">
                    <a:moveTo>
                      <a:pt x="1" y="0"/>
                    </a:moveTo>
                    <a:lnTo>
                      <a:pt x="1" y="931"/>
                    </a:lnTo>
                    <a:cubicBezTo>
                      <a:pt x="1" y="2109"/>
                      <a:pt x="931" y="3040"/>
                      <a:pt x="2110" y="3040"/>
                    </a:cubicBezTo>
                    <a:lnTo>
                      <a:pt x="3041" y="3040"/>
                    </a:lnTo>
                    <a:lnTo>
                      <a:pt x="3041" y="2109"/>
                    </a:lnTo>
                    <a:cubicBezTo>
                      <a:pt x="3041" y="931"/>
                      <a:pt x="2110" y="0"/>
                      <a:pt x="931" y="0"/>
                    </a:cubicBezTo>
                    <a:close/>
                  </a:path>
                </a:pathLst>
              </a:custGeom>
              <a:solidFill>
                <a:srgbClr val="D8EC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2"/>
              <p:cNvSpPr/>
              <p:nvPr/>
            </p:nvSpPr>
            <p:spPr>
              <a:xfrm>
                <a:off x="7203313" y="4033375"/>
                <a:ext cx="19425" cy="13825"/>
              </a:xfrm>
              <a:custGeom>
                <a:avLst/>
                <a:gdLst/>
                <a:ahLst/>
                <a:cxnLst/>
                <a:rect l="l" t="t" r="r" b="b"/>
                <a:pathLst>
                  <a:path w="777" h="553" extrusionOk="0">
                    <a:moveTo>
                      <a:pt x="376" y="0"/>
                    </a:moveTo>
                    <a:cubicBezTo>
                      <a:pt x="136" y="0"/>
                      <a:pt x="0" y="303"/>
                      <a:pt x="187" y="490"/>
                    </a:cubicBezTo>
                    <a:cubicBezTo>
                      <a:pt x="218" y="521"/>
                      <a:pt x="312" y="552"/>
                      <a:pt x="374" y="552"/>
                    </a:cubicBezTo>
                    <a:cubicBezTo>
                      <a:pt x="684" y="552"/>
                      <a:pt x="777" y="149"/>
                      <a:pt x="498" y="25"/>
                    </a:cubicBezTo>
                    <a:cubicBezTo>
                      <a:pt x="455" y="8"/>
                      <a:pt x="414" y="0"/>
                      <a:pt x="37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7" name="Google Shape;717;p32"/>
            <p:cNvSpPr/>
            <p:nvPr/>
          </p:nvSpPr>
          <p:spPr>
            <a:xfrm>
              <a:off x="4104066" y="4186497"/>
              <a:ext cx="16639" cy="11842"/>
            </a:xfrm>
            <a:custGeom>
              <a:avLst/>
              <a:gdLst/>
              <a:ahLst/>
              <a:cxnLst/>
              <a:rect l="l" t="t" r="r" b="b"/>
              <a:pathLst>
                <a:path w="777" h="553" extrusionOk="0">
                  <a:moveTo>
                    <a:pt x="376" y="0"/>
                  </a:moveTo>
                  <a:cubicBezTo>
                    <a:pt x="136" y="0"/>
                    <a:pt x="0" y="303"/>
                    <a:pt x="187" y="490"/>
                  </a:cubicBezTo>
                  <a:cubicBezTo>
                    <a:pt x="218" y="521"/>
                    <a:pt x="312" y="552"/>
                    <a:pt x="374" y="552"/>
                  </a:cubicBezTo>
                  <a:cubicBezTo>
                    <a:pt x="684" y="552"/>
                    <a:pt x="777" y="149"/>
                    <a:pt x="498" y="25"/>
                  </a:cubicBezTo>
                  <a:cubicBezTo>
                    <a:pt x="455" y="8"/>
                    <a:pt x="414" y="0"/>
                    <a:pt x="37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9" name="Google Shape;719;p32"/>
            <p:cNvGrpSpPr/>
            <p:nvPr/>
          </p:nvGrpSpPr>
          <p:grpSpPr>
            <a:xfrm>
              <a:off x="5511626" y="3761899"/>
              <a:ext cx="130888" cy="108296"/>
              <a:chOff x="7135863" y="3920775"/>
              <a:chExt cx="152800" cy="126425"/>
            </a:xfrm>
          </p:grpSpPr>
          <p:sp>
            <p:nvSpPr>
              <p:cNvPr id="722" name="Google Shape;722;p32"/>
              <p:cNvSpPr/>
              <p:nvPr/>
            </p:nvSpPr>
            <p:spPr>
              <a:xfrm>
                <a:off x="7211863" y="3920775"/>
                <a:ext cx="76800" cy="76000"/>
              </a:xfrm>
              <a:custGeom>
                <a:avLst/>
                <a:gdLst/>
                <a:ahLst/>
                <a:cxnLst/>
                <a:rect l="l" t="t" r="r" b="b"/>
                <a:pathLst>
                  <a:path w="3072" h="3040" extrusionOk="0">
                    <a:moveTo>
                      <a:pt x="2110" y="0"/>
                    </a:moveTo>
                    <a:cubicBezTo>
                      <a:pt x="962" y="0"/>
                      <a:pt x="1" y="931"/>
                      <a:pt x="1" y="2109"/>
                    </a:cubicBezTo>
                    <a:lnTo>
                      <a:pt x="1" y="3040"/>
                    </a:lnTo>
                    <a:lnTo>
                      <a:pt x="962" y="3040"/>
                    </a:lnTo>
                    <a:cubicBezTo>
                      <a:pt x="2110" y="3040"/>
                      <a:pt x="3071" y="2109"/>
                      <a:pt x="3071" y="931"/>
                    </a:cubicBezTo>
                    <a:lnTo>
                      <a:pt x="3071" y="0"/>
                    </a:lnTo>
                    <a:close/>
                  </a:path>
                </a:pathLst>
              </a:custGeom>
              <a:solidFill>
                <a:srgbClr val="D8EC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3" name="Google Shape;723;p32"/>
              <p:cNvSpPr/>
              <p:nvPr/>
            </p:nvSpPr>
            <p:spPr>
              <a:xfrm>
                <a:off x="7135863" y="3920775"/>
                <a:ext cx="76025" cy="76000"/>
              </a:xfrm>
              <a:custGeom>
                <a:avLst/>
                <a:gdLst/>
                <a:ahLst/>
                <a:cxnLst/>
                <a:rect l="l" t="t" r="r" b="b"/>
                <a:pathLst>
                  <a:path w="3041" h="3040" extrusionOk="0">
                    <a:moveTo>
                      <a:pt x="1" y="0"/>
                    </a:moveTo>
                    <a:lnTo>
                      <a:pt x="1" y="931"/>
                    </a:lnTo>
                    <a:cubicBezTo>
                      <a:pt x="1" y="2109"/>
                      <a:pt x="931" y="3040"/>
                      <a:pt x="2110" y="3040"/>
                    </a:cubicBezTo>
                    <a:lnTo>
                      <a:pt x="3041" y="3040"/>
                    </a:lnTo>
                    <a:lnTo>
                      <a:pt x="3041" y="2109"/>
                    </a:lnTo>
                    <a:cubicBezTo>
                      <a:pt x="3041" y="931"/>
                      <a:pt x="2110" y="0"/>
                      <a:pt x="931" y="0"/>
                    </a:cubicBezTo>
                    <a:close/>
                  </a:path>
                </a:pathLst>
              </a:custGeom>
              <a:solidFill>
                <a:srgbClr val="D8EC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32"/>
              <p:cNvSpPr/>
              <p:nvPr/>
            </p:nvSpPr>
            <p:spPr>
              <a:xfrm>
                <a:off x="7203313" y="4033375"/>
                <a:ext cx="19425" cy="13825"/>
              </a:xfrm>
              <a:custGeom>
                <a:avLst/>
                <a:gdLst/>
                <a:ahLst/>
                <a:cxnLst/>
                <a:rect l="l" t="t" r="r" b="b"/>
                <a:pathLst>
                  <a:path w="777" h="553" extrusionOk="0">
                    <a:moveTo>
                      <a:pt x="376" y="0"/>
                    </a:moveTo>
                    <a:cubicBezTo>
                      <a:pt x="136" y="0"/>
                      <a:pt x="0" y="303"/>
                      <a:pt x="187" y="490"/>
                    </a:cubicBezTo>
                    <a:cubicBezTo>
                      <a:pt x="218" y="521"/>
                      <a:pt x="312" y="552"/>
                      <a:pt x="374" y="552"/>
                    </a:cubicBezTo>
                    <a:cubicBezTo>
                      <a:pt x="684" y="552"/>
                      <a:pt x="777" y="149"/>
                      <a:pt x="498" y="25"/>
                    </a:cubicBezTo>
                    <a:cubicBezTo>
                      <a:pt x="455" y="8"/>
                      <a:pt x="414" y="0"/>
                      <a:pt x="37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729" name="Google Shape;729;p32"/>
            <p:cNvGrpSpPr/>
            <p:nvPr/>
          </p:nvGrpSpPr>
          <p:grpSpPr>
            <a:xfrm>
              <a:off x="5593038" y="1825374"/>
              <a:ext cx="74417" cy="108296"/>
              <a:chOff x="7135863" y="3920775"/>
              <a:chExt cx="86875" cy="126425"/>
            </a:xfrm>
          </p:grpSpPr>
          <p:sp>
            <p:nvSpPr>
              <p:cNvPr id="733" name="Google Shape;733;p32"/>
              <p:cNvSpPr/>
              <p:nvPr/>
            </p:nvSpPr>
            <p:spPr>
              <a:xfrm>
                <a:off x="7135863" y="3920775"/>
                <a:ext cx="76025" cy="76000"/>
              </a:xfrm>
              <a:custGeom>
                <a:avLst/>
                <a:gdLst/>
                <a:ahLst/>
                <a:cxnLst/>
                <a:rect l="l" t="t" r="r" b="b"/>
                <a:pathLst>
                  <a:path w="3041" h="3040" extrusionOk="0">
                    <a:moveTo>
                      <a:pt x="1" y="0"/>
                    </a:moveTo>
                    <a:lnTo>
                      <a:pt x="1" y="931"/>
                    </a:lnTo>
                    <a:cubicBezTo>
                      <a:pt x="1" y="2109"/>
                      <a:pt x="931" y="3040"/>
                      <a:pt x="2110" y="3040"/>
                    </a:cubicBezTo>
                    <a:lnTo>
                      <a:pt x="3041" y="3040"/>
                    </a:lnTo>
                    <a:lnTo>
                      <a:pt x="3041" y="2109"/>
                    </a:lnTo>
                    <a:cubicBezTo>
                      <a:pt x="3041" y="931"/>
                      <a:pt x="2110" y="0"/>
                      <a:pt x="931" y="0"/>
                    </a:cubicBezTo>
                    <a:close/>
                  </a:path>
                </a:pathLst>
              </a:custGeom>
              <a:solidFill>
                <a:srgbClr val="D8EC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32"/>
              <p:cNvSpPr/>
              <p:nvPr/>
            </p:nvSpPr>
            <p:spPr>
              <a:xfrm>
                <a:off x="7203313" y="4033375"/>
                <a:ext cx="19425" cy="13825"/>
              </a:xfrm>
              <a:custGeom>
                <a:avLst/>
                <a:gdLst/>
                <a:ahLst/>
                <a:cxnLst/>
                <a:rect l="l" t="t" r="r" b="b"/>
                <a:pathLst>
                  <a:path w="777" h="553" extrusionOk="0">
                    <a:moveTo>
                      <a:pt x="376" y="0"/>
                    </a:moveTo>
                    <a:cubicBezTo>
                      <a:pt x="136" y="0"/>
                      <a:pt x="0" y="303"/>
                      <a:pt x="187" y="490"/>
                    </a:cubicBezTo>
                    <a:cubicBezTo>
                      <a:pt x="218" y="521"/>
                      <a:pt x="312" y="552"/>
                      <a:pt x="374" y="552"/>
                    </a:cubicBezTo>
                    <a:cubicBezTo>
                      <a:pt x="684" y="552"/>
                      <a:pt x="777" y="149"/>
                      <a:pt x="498" y="25"/>
                    </a:cubicBezTo>
                    <a:cubicBezTo>
                      <a:pt x="455" y="8"/>
                      <a:pt x="414" y="0"/>
                      <a:pt x="37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8" name="Google Shape;738;p32"/>
            <p:cNvSpPr/>
            <p:nvPr/>
          </p:nvSpPr>
          <p:spPr>
            <a:xfrm>
              <a:off x="4231888" y="2590124"/>
              <a:ext cx="680400" cy="6804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9" name="Google Shape;739;p32"/>
            <p:cNvGrpSpPr/>
            <p:nvPr/>
          </p:nvGrpSpPr>
          <p:grpSpPr>
            <a:xfrm>
              <a:off x="4330569" y="2689792"/>
              <a:ext cx="481595" cy="481595"/>
              <a:chOff x="7038163" y="2248050"/>
              <a:chExt cx="348200" cy="348225"/>
            </a:xfrm>
          </p:grpSpPr>
          <p:sp>
            <p:nvSpPr>
              <p:cNvPr id="740" name="Google Shape;740;p32"/>
              <p:cNvSpPr/>
              <p:nvPr/>
            </p:nvSpPr>
            <p:spPr>
              <a:xfrm>
                <a:off x="7212638" y="2457250"/>
                <a:ext cx="126425" cy="60875"/>
              </a:xfrm>
              <a:custGeom>
                <a:avLst/>
                <a:gdLst/>
                <a:ahLst/>
                <a:cxnLst/>
                <a:rect l="l" t="t" r="r" b="b"/>
                <a:pathLst>
                  <a:path w="5057" h="2435" extrusionOk="0">
                    <a:moveTo>
                      <a:pt x="1244" y="1"/>
                    </a:moveTo>
                    <a:cubicBezTo>
                      <a:pt x="1179" y="1"/>
                      <a:pt x="1113" y="22"/>
                      <a:pt x="1055" y="70"/>
                    </a:cubicBezTo>
                    <a:lnTo>
                      <a:pt x="94" y="1032"/>
                    </a:lnTo>
                    <a:cubicBezTo>
                      <a:pt x="1" y="1125"/>
                      <a:pt x="1" y="1311"/>
                      <a:pt x="94" y="1404"/>
                    </a:cubicBezTo>
                    <a:lnTo>
                      <a:pt x="1055" y="2365"/>
                    </a:lnTo>
                    <a:cubicBezTo>
                      <a:pt x="1113" y="2414"/>
                      <a:pt x="1179" y="2435"/>
                      <a:pt x="1244" y="2435"/>
                    </a:cubicBezTo>
                    <a:cubicBezTo>
                      <a:pt x="1388" y="2435"/>
                      <a:pt x="1521" y="2329"/>
                      <a:pt x="1521" y="2179"/>
                    </a:cubicBezTo>
                    <a:lnTo>
                      <a:pt x="1521" y="2086"/>
                    </a:lnTo>
                    <a:lnTo>
                      <a:pt x="4095" y="2086"/>
                    </a:lnTo>
                    <a:lnTo>
                      <a:pt x="5057" y="411"/>
                    </a:lnTo>
                    <a:lnTo>
                      <a:pt x="1521" y="411"/>
                    </a:lnTo>
                    <a:lnTo>
                      <a:pt x="1521" y="256"/>
                    </a:lnTo>
                    <a:cubicBezTo>
                      <a:pt x="1521" y="106"/>
                      <a:pt x="1388" y="1"/>
                      <a:pt x="1244" y="1"/>
                    </a:cubicBezTo>
                    <a:close/>
                  </a:path>
                </a:pathLst>
              </a:custGeom>
              <a:solidFill>
                <a:srgbClr val="78D0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32"/>
              <p:cNvSpPr/>
              <p:nvPr/>
            </p:nvSpPr>
            <p:spPr>
              <a:xfrm>
                <a:off x="7266138" y="2404700"/>
                <a:ext cx="72925" cy="62850"/>
              </a:xfrm>
              <a:custGeom>
                <a:avLst/>
                <a:gdLst/>
                <a:ahLst/>
                <a:cxnLst/>
                <a:rect l="l" t="t" r="r" b="b"/>
                <a:pathLst>
                  <a:path w="2917" h="2514" extrusionOk="0">
                    <a:moveTo>
                      <a:pt x="1459" y="1"/>
                    </a:moveTo>
                    <a:lnTo>
                      <a:pt x="1" y="838"/>
                    </a:lnTo>
                    <a:lnTo>
                      <a:pt x="963" y="2513"/>
                    </a:lnTo>
                    <a:lnTo>
                      <a:pt x="2917" y="2513"/>
                    </a:lnTo>
                    <a:lnTo>
                      <a:pt x="1459" y="1"/>
                    </a:lnTo>
                    <a:close/>
                  </a:path>
                </a:pathLst>
              </a:custGeom>
              <a:solidFill>
                <a:srgbClr val="78D0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2"/>
              <p:cNvSpPr/>
              <p:nvPr/>
            </p:nvSpPr>
            <p:spPr>
              <a:xfrm>
                <a:off x="7188588" y="2289925"/>
                <a:ext cx="92750" cy="99450"/>
              </a:xfrm>
              <a:custGeom>
                <a:avLst/>
                <a:gdLst/>
                <a:ahLst/>
                <a:cxnLst/>
                <a:rect l="l" t="t" r="r" b="b"/>
                <a:pathLst>
                  <a:path w="3710" h="3978" extrusionOk="0">
                    <a:moveTo>
                      <a:pt x="1" y="1"/>
                    </a:moveTo>
                    <a:lnTo>
                      <a:pt x="1769" y="3041"/>
                    </a:lnTo>
                    <a:lnTo>
                      <a:pt x="1645" y="3134"/>
                    </a:lnTo>
                    <a:cubicBezTo>
                      <a:pt x="1428" y="3227"/>
                      <a:pt x="1459" y="3568"/>
                      <a:pt x="1707" y="3630"/>
                    </a:cubicBezTo>
                    <a:lnTo>
                      <a:pt x="3010" y="3971"/>
                    </a:lnTo>
                    <a:cubicBezTo>
                      <a:pt x="3026" y="3975"/>
                      <a:pt x="3043" y="3977"/>
                      <a:pt x="3060" y="3977"/>
                    </a:cubicBezTo>
                    <a:cubicBezTo>
                      <a:pt x="3173" y="3977"/>
                      <a:pt x="3293" y="3893"/>
                      <a:pt x="3320" y="3785"/>
                    </a:cubicBezTo>
                    <a:lnTo>
                      <a:pt x="3661" y="2482"/>
                    </a:lnTo>
                    <a:cubicBezTo>
                      <a:pt x="3710" y="2289"/>
                      <a:pt x="3588" y="2133"/>
                      <a:pt x="3429" y="2133"/>
                    </a:cubicBezTo>
                    <a:cubicBezTo>
                      <a:pt x="3384" y="2133"/>
                      <a:pt x="3337" y="2145"/>
                      <a:pt x="3289" y="2172"/>
                    </a:cubicBezTo>
                    <a:lnTo>
                      <a:pt x="3196" y="2234"/>
                    </a:lnTo>
                    <a:lnTo>
                      <a:pt x="1924" y="1"/>
                    </a:lnTo>
                    <a:close/>
                  </a:path>
                </a:pathLst>
              </a:custGeom>
              <a:solidFill>
                <a:srgbClr val="78D0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32"/>
              <p:cNvSpPr/>
              <p:nvPr/>
            </p:nvSpPr>
            <p:spPr>
              <a:xfrm>
                <a:off x="7152163" y="2289925"/>
                <a:ext cx="75225" cy="83000"/>
              </a:xfrm>
              <a:custGeom>
                <a:avLst/>
                <a:gdLst/>
                <a:ahLst/>
                <a:cxnLst/>
                <a:rect l="l" t="t" r="r" b="b"/>
                <a:pathLst>
                  <a:path w="3009" h="3320" extrusionOk="0">
                    <a:moveTo>
                      <a:pt x="2420" y="1645"/>
                    </a:moveTo>
                    <a:lnTo>
                      <a:pt x="2417" y="1650"/>
                    </a:lnTo>
                    <a:lnTo>
                      <a:pt x="3009" y="2669"/>
                    </a:lnTo>
                    <a:lnTo>
                      <a:pt x="3009" y="2669"/>
                    </a:lnTo>
                    <a:lnTo>
                      <a:pt x="2420" y="1645"/>
                    </a:lnTo>
                    <a:close/>
                    <a:moveTo>
                      <a:pt x="1458" y="1"/>
                    </a:moveTo>
                    <a:lnTo>
                      <a:pt x="0" y="2513"/>
                    </a:lnTo>
                    <a:lnTo>
                      <a:pt x="1458" y="3320"/>
                    </a:lnTo>
                    <a:lnTo>
                      <a:pt x="2417" y="1650"/>
                    </a:lnTo>
                    <a:lnTo>
                      <a:pt x="1458" y="1"/>
                    </a:lnTo>
                    <a:close/>
                  </a:path>
                </a:pathLst>
              </a:custGeom>
              <a:solidFill>
                <a:srgbClr val="78D0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32"/>
              <p:cNvSpPr/>
              <p:nvPr/>
            </p:nvSpPr>
            <p:spPr>
              <a:xfrm>
                <a:off x="7085463" y="2388700"/>
                <a:ext cx="81950" cy="119950"/>
              </a:xfrm>
              <a:custGeom>
                <a:avLst/>
                <a:gdLst/>
                <a:ahLst/>
                <a:cxnLst/>
                <a:rect l="l" t="t" r="r" b="b"/>
                <a:pathLst>
                  <a:path w="3278" h="4798" extrusionOk="0">
                    <a:moveTo>
                      <a:pt x="2642" y="1"/>
                    </a:moveTo>
                    <a:cubicBezTo>
                      <a:pt x="2610" y="1"/>
                      <a:pt x="2577" y="7"/>
                      <a:pt x="2544" y="20"/>
                    </a:cubicBezTo>
                    <a:lnTo>
                      <a:pt x="1272" y="362"/>
                    </a:lnTo>
                    <a:cubicBezTo>
                      <a:pt x="1024" y="424"/>
                      <a:pt x="993" y="734"/>
                      <a:pt x="1179" y="858"/>
                    </a:cubicBezTo>
                    <a:lnTo>
                      <a:pt x="1272" y="920"/>
                    </a:lnTo>
                    <a:lnTo>
                      <a:pt x="0" y="3122"/>
                    </a:lnTo>
                    <a:lnTo>
                      <a:pt x="962" y="4797"/>
                    </a:lnTo>
                    <a:lnTo>
                      <a:pt x="2730" y="1726"/>
                    </a:lnTo>
                    <a:lnTo>
                      <a:pt x="2854" y="1819"/>
                    </a:lnTo>
                    <a:cubicBezTo>
                      <a:pt x="2888" y="1836"/>
                      <a:pt x="2924" y="1844"/>
                      <a:pt x="2959" y="1844"/>
                    </a:cubicBezTo>
                    <a:cubicBezTo>
                      <a:pt x="3120" y="1844"/>
                      <a:pt x="3277" y="1687"/>
                      <a:pt x="3226" y="1509"/>
                    </a:cubicBezTo>
                    <a:lnTo>
                      <a:pt x="2885" y="206"/>
                    </a:lnTo>
                    <a:cubicBezTo>
                      <a:pt x="2861" y="85"/>
                      <a:pt x="2760" y="1"/>
                      <a:pt x="2642" y="1"/>
                    </a:cubicBezTo>
                    <a:close/>
                  </a:path>
                </a:pathLst>
              </a:custGeom>
              <a:solidFill>
                <a:srgbClr val="78D0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32"/>
              <p:cNvSpPr/>
              <p:nvPr/>
            </p:nvSpPr>
            <p:spPr>
              <a:xfrm>
                <a:off x="7109513" y="2441925"/>
                <a:ext cx="72125" cy="66725"/>
              </a:xfrm>
              <a:custGeom>
                <a:avLst/>
                <a:gdLst/>
                <a:ahLst/>
                <a:cxnLst/>
                <a:rect l="l" t="t" r="r" b="b"/>
                <a:pathLst>
                  <a:path w="2885" h="2669" extrusionOk="0">
                    <a:moveTo>
                      <a:pt x="1551" y="1"/>
                    </a:moveTo>
                    <a:lnTo>
                      <a:pt x="962" y="993"/>
                    </a:lnTo>
                    <a:lnTo>
                      <a:pt x="974" y="993"/>
                    </a:lnTo>
                    <a:lnTo>
                      <a:pt x="1551" y="1"/>
                    </a:lnTo>
                    <a:close/>
                    <a:moveTo>
                      <a:pt x="974" y="993"/>
                    </a:moveTo>
                    <a:lnTo>
                      <a:pt x="0" y="2668"/>
                    </a:lnTo>
                    <a:lnTo>
                      <a:pt x="2885" y="2668"/>
                    </a:lnTo>
                    <a:lnTo>
                      <a:pt x="2885" y="993"/>
                    </a:lnTo>
                    <a:close/>
                  </a:path>
                </a:pathLst>
              </a:custGeom>
              <a:solidFill>
                <a:srgbClr val="78D0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32"/>
              <p:cNvSpPr/>
              <p:nvPr/>
            </p:nvSpPr>
            <p:spPr>
              <a:xfrm>
                <a:off x="7194038" y="2248050"/>
                <a:ext cx="33875" cy="13250"/>
              </a:xfrm>
              <a:custGeom>
                <a:avLst/>
                <a:gdLst/>
                <a:ahLst/>
                <a:cxnLst/>
                <a:rect l="l" t="t" r="r" b="b"/>
                <a:pathLst>
                  <a:path w="1355" h="530" extrusionOk="0">
                    <a:moveTo>
                      <a:pt x="248" y="1"/>
                    </a:moveTo>
                    <a:cubicBezTo>
                      <a:pt x="93" y="1"/>
                      <a:pt x="0" y="125"/>
                      <a:pt x="0" y="280"/>
                    </a:cubicBezTo>
                    <a:cubicBezTo>
                      <a:pt x="0" y="435"/>
                      <a:pt x="124" y="528"/>
                      <a:pt x="279" y="528"/>
                    </a:cubicBezTo>
                    <a:lnTo>
                      <a:pt x="962" y="528"/>
                    </a:lnTo>
                    <a:cubicBezTo>
                      <a:pt x="972" y="529"/>
                      <a:pt x="982" y="529"/>
                      <a:pt x="991" y="529"/>
                    </a:cubicBezTo>
                    <a:cubicBezTo>
                      <a:pt x="1335" y="529"/>
                      <a:pt x="1355" y="1"/>
                      <a:pt x="99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2"/>
              <p:cNvSpPr/>
              <p:nvPr/>
            </p:nvSpPr>
            <p:spPr>
              <a:xfrm>
                <a:off x="7317263" y="2293000"/>
                <a:ext cx="24900" cy="21775"/>
              </a:xfrm>
              <a:custGeom>
                <a:avLst/>
                <a:gdLst/>
                <a:ahLst/>
                <a:cxnLst/>
                <a:rect l="l" t="t" r="r" b="b"/>
                <a:pathLst>
                  <a:path w="996" h="871" extrusionOk="0">
                    <a:moveTo>
                      <a:pt x="372" y="0"/>
                    </a:moveTo>
                    <a:cubicBezTo>
                      <a:pt x="171" y="0"/>
                      <a:pt x="1" y="279"/>
                      <a:pt x="189" y="467"/>
                    </a:cubicBezTo>
                    <a:cubicBezTo>
                      <a:pt x="282" y="560"/>
                      <a:pt x="375" y="653"/>
                      <a:pt x="468" y="777"/>
                    </a:cubicBezTo>
                    <a:lnTo>
                      <a:pt x="500" y="777"/>
                    </a:lnTo>
                    <a:cubicBezTo>
                      <a:pt x="562" y="840"/>
                      <a:pt x="624" y="871"/>
                      <a:pt x="717" y="871"/>
                    </a:cubicBezTo>
                    <a:cubicBezTo>
                      <a:pt x="779" y="871"/>
                      <a:pt x="841" y="840"/>
                      <a:pt x="903" y="777"/>
                    </a:cubicBezTo>
                    <a:cubicBezTo>
                      <a:pt x="996" y="684"/>
                      <a:pt x="996" y="498"/>
                      <a:pt x="903" y="405"/>
                    </a:cubicBezTo>
                    <a:cubicBezTo>
                      <a:pt x="779" y="281"/>
                      <a:pt x="686" y="188"/>
                      <a:pt x="562" y="95"/>
                    </a:cubicBezTo>
                    <a:cubicBezTo>
                      <a:pt x="502" y="28"/>
                      <a:pt x="435" y="0"/>
                      <a:pt x="37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32"/>
              <p:cNvSpPr/>
              <p:nvPr/>
            </p:nvSpPr>
            <p:spPr>
              <a:xfrm>
                <a:off x="7040488" y="2370450"/>
                <a:ext cx="17725" cy="24200"/>
              </a:xfrm>
              <a:custGeom>
                <a:avLst/>
                <a:gdLst/>
                <a:ahLst/>
                <a:cxnLst/>
                <a:rect l="l" t="t" r="r" b="b"/>
                <a:pathLst>
                  <a:path w="709" h="968" extrusionOk="0">
                    <a:moveTo>
                      <a:pt x="384" y="1"/>
                    </a:moveTo>
                    <a:cubicBezTo>
                      <a:pt x="279" y="1"/>
                      <a:pt x="173" y="58"/>
                      <a:pt x="124" y="192"/>
                    </a:cubicBezTo>
                    <a:cubicBezTo>
                      <a:pt x="93" y="347"/>
                      <a:pt x="62" y="502"/>
                      <a:pt x="31" y="657"/>
                    </a:cubicBezTo>
                    <a:cubicBezTo>
                      <a:pt x="0" y="781"/>
                      <a:pt x="93" y="936"/>
                      <a:pt x="248" y="967"/>
                    </a:cubicBezTo>
                    <a:lnTo>
                      <a:pt x="310" y="967"/>
                    </a:lnTo>
                    <a:cubicBezTo>
                      <a:pt x="435" y="967"/>
                      <a:pt x="528" y="874"/>
                      <a:pt x="559" y="750"/>
                    </a:cubicBezTo>
                    <a:cubicBezTo>
                      <a:pt x="590" y="595"/>
                      <a:pt x="621" y="471"/>
                      <a:pt x="652" y="347"/>
                    </a:cubicBezTo>
                    <a:cubicBezTo>
                      <a:pt x="708" y="140"/>
                      <a:pt x="547" y="1"/>
                      <a:pt x="38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2"/>
              <p:cNvSpPr/>
              <p:nvPr/>
            </p:nvSpPr>
            <p:spPr>
              <a:xfrm>
                <a:off x="7057538" y="2496650"/>
                <a:ext cx="21750" cy="23625"/>
              </a:xfrm>
              <a:custGeom>
                <a:avLst/>
                <a:gdLst/>
                <a:ahLst/>
                <a:cxnLst/>
                <a:rect l="l" t="t" r="r" b="b"/>
                <a:pathLst>
                  <a:path w="870" h="945" extrusionOk="0">
                    <a:moveTo>
                      <a:pt x="325" y="0"/>
                    </a:moveTo>
                    <a:cubicBezTo>
                      <a:pt x="276" y="0"/>
                      <a:pt x="228" y="14"/>
                      <a:pt x="187" y="45"/>
                    </a:cubicBezTo>
                    <a:cubicBezTo>
                      <a:pt x="32" y="107"/>
                      <a:pt x="1" y="293"/>
                      <a:pt x="63" y="448"/>
                    </a:cubicBezTo>
                    <a:cubicBezTo>
                      <a:pt x="156" y="572"/>
                      <a:pt x="218" y="696"/>
                      <a:pt x="311" y="821"/>
                    </a:cubicBezTo>
                    <a:cubicBezTo>
                      <a:pt x="373" y="914"/>
                      <a:pt x="435" y="945"/>
                      <a:pt x="528" y="945"/>
                    </a:cubicBezTo>
                    <a:cubicBezTo>
                      <a:pt x="590" y="945"/>
                      <a:pt x="652" y="914"/>
                      <a:pt x="683" y="883"/>
                    </a:cubicBezTo>
                    <a:cubicBezTo>
                      <a:pt x="807" y="821"/>
                      <a:pt x="869" y="634"/>
                      <a:pt x="776" y="510"/>
                    </a:cubicBezTo>
                    <a:cubicBezTo>
                      <a:pt x="683" y="386"/>
                      <a:pt x="621" y="262"/>
                      <a:pt x="559" y="138"/>
                    </a:cubicBezTo>
                    <a:cubicBezTo>
                      <a:pt x="518" y="55"/>
                      <a:pt x="421" y="0"/>
                      <a:pt x="32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2"/>
              <p:cNvSpPr/>
              <p:nvPr/>
            </p:nvSpPr>
            <p:spPr>
              <a:xfrm>
                <a:off x="7041438" y="2457025"/>
                <a:ext cx="18450" cy="24275"/>
              </a:xfrm>
              <a:custGeom>
                <a:avLst/>
                <a:gdLst/>
                <a:ahLst/>
                <a:cxnLst/>
                <a:rect l="l" t="t" r="r" b="b"/>
                <a:pathLst>
                  <a:path w="738" h="971" extrusionOk="0">
                    <a:moveTo>
                      <a:pt x="320" y="1"/>
                    </a:moveTo>
                    <a:cubicBezTo>
                      <a:pt x="160" y="1"/>
                      <a:pt x="1" y="127"/>
                      <a:pt x="55" y="327"/>
                    </a:cubicBezTo>
                    <a:cubicBezTo>
                      <a:pt x="86" y="482"/>
                      <a:pt x="148" y="637"/>
                      <a:pt x="179" y="761"/>
                    </a:cubicBezTo>
                    <a:cubicBezTo>
                      <a:pt x="210" y="886"/>
                      <a:pt x="335" y="948"/>
                      <a:pt x="459" y="948"/>
                    </a:cubicBezTo>
                    <a:cubicBezTo>
                      <a:pt x="474" y="963"/>
                      <a:pt x="482" y="971"/>
                      <a:pt x="490" y="971"/>
                    </a:cubicBezTo>
                    <a:cubicBezTo>
                      <a:pt x="497" y="971"/>
                      <a:pt x="505" y="963"/>
                      <a:pt x="521" y="948"/>
                    </a:cubicBezTo>
                    <a:cubicBezTo>
                      <a:pt x="676" y="917"/>
                      <a:pt x="738" y="761"/>
                      <a:pt x="707" y="606"/>
                    </a:cubicBezTo>
                    <a:lnTo>
                      <a:pt x="707" y="575"/>
                    </a:lnTo>
                    <a:cubicBezTo>
                      <a:pt x="676" y="451"/>
                      <a:pt x="614" y="327"/>
                      <a:pt x="583" y="203"/>
                    </a:cubicBezTo>
                    <a:cubicBezTo>
                      <a:pt x="544" y="63"/>
                      <a:pt x="432" y="1"/>
                      <a:pt x="32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2"/>
              <p:cNvSpPr/>
              <p:nvPr/>
            </p:nvSpPr>
            <p:spPr>
              <a:xfrm>
                <a:off x="7038163" y="2413225"/>
                <a:ext cx="13200" cy="24850"/>
              </a:xfrm>
              <a:custGeom>
                <a:avLst/>
                <a:gdLst/>
                <a:ahLst/>
                <a:cxnLst/>
                <a:rect l="l" t="t" r="r" b="b"/>
                <a:pathLst>
                  <a:path w="528" h="994" extrusionOk="0">
                    <a:moveTo>
                      <a:pt x="264" y="1"/>
                    </a:moveTo>
                    <a:cubicBezTo>
                      <a:pt x="132" y="1"/>
                      <a:pt x="0" y="94"/>
                      <a:pt x="0" y="280"/>
                    </a:cubicBezTo>
                    <a:lnTo>
                      <a:pt x="0" y="342"/>
                    </a:lnTo>
                    <a:lnTo>
                      <a:pt x="0" y="745"/>
                    </a:lnTo>
                    <a:cubicBezTo>
                      <a:pt x="0" y="900"/>
                      <a:pt x="124" y="994"/>
                      <a:pt x="279" y="994"/>
                    </a:cubicBezTo>
                    <a:cubicBezTo>
                      <a:pt x="435" y="963"/>
                      <a:pt x="528" y="838"/>
                      <a:pt x="528" y="714"/>
                    </a:cubicBezTo>
                    <a:lnTo>
                      <a:pt x="528" y="342"/>
                    </a:lnTo>
                    <a:lnTo>
                      <a:pt x="528" y="280"/>
                    </a:lnTo>
                    <a:cubicBezTo>
                      <a:pt x="528" y="94"/>
                      <a:pt x="396" y="1"/>
                      <a:pt x="26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2"/>
              <p:cNvSpPr/>
              <p:nvPr/>
            </p:nvSpPr>
            <p:spPr>
              <a:xfrm>
                <a:off x="7363838" y="2365700"/>
                <a:ext cx="19425" cy="24300"/>
              </a:xfrm>
              <a:custGeom>
                <a:avLst/>
                <a:gdLst/>
                <a:ahLst/>
                <a:cxnLst/>
                <a:rect l="l" t="t" r="r" b="b"/>
                <a:pathLst>
                  <a:path w="777" h="972" extrusionOk="0">
                    <a:moveTo>
                      <a:pt x="369" y="0"/>
                    </a:moveTo>
                    <a:cubicBezTo>
                      <a:pt x="190" y="0"/>
                      <a:pt x="1" y="157"/>
                      <a:pt x="94" y="382"/>
                    </a:cubicBezTo>
                    <a:cubicBezTo>
                      <a:pt x="125" y="506"/>
                      <a:pt x="156" y="661"/>
                      <a:pt x="187" y="785"/>
                    </a:cubicBezTo>
                    <a:cubicBezTo>
                      <a:pt x="218" y="909"/>
                      <a:pt x="343" y="971"/>
                      <a:pt x="467" y="971"/>
                    </a:cubicBezTo>
                    <a:lnTo>
                      <a:pt x="560" y="971"/>
                    </a:lnTo>
                    <a:cubicBezTo>
                      <a:pt x="684" y="940"/>
                      <a:pt x="777" y="785"/>
                      <a:pt x="746" y="661"/>
                    </a:cubicBezTo>
                    <a:cubicBezTo>
                      <a:pt x="715" y="506"/>
                      <a:pt x="684" y="351"/>
                      <a:pt x="622" y="227"/>
                    </a:cubicBezTo>
                    <a:cubicBezTo>
                      <a:pt x="597" y="67"/>
                      <a:pt x="485" y="0"/>
                      <a:pt x="36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2"/>
              <p:cNvSpPr/>
              <p:nvPr/>
            </p:nvSpPr>
            <p:spPr>
              <a:xfrm>
                <a:off x="7282088" y="2267200"/>
                <a:ext cx="27500" cy="19650"/>
              </a:xfrm>
              <a:custGeom>
                <a:avLst/>
                <a:gdLst/>
                <a:ahLst/>
                <a:cxnLst/>
                <a:rect l="l" t="t" r="r" b="b"/>
                <a:pathLst>
                  <a:path w="1100" h="786" extrusionOk="0">
                    <a:moveTo>
                      <a:pt x="402" y="0"/>
                    </a:moveTo>
                    <a:cubicBezTo>
                      <a:pt x="159" y="0"/>
                      <a:pt x="0" y="375"/>
                      <a:pt x="262" y="507"/>
                    </a:cubicBezTo>
                    <a:lnTo>
                      <a:pt x="262" y="538"/>
                    </a:lnTo>
                    <a:cubicBezTo>
                      <a:pt x="387" y="600"/>
                      <a:pt x="511" y="662"/>
                      <a:pt x="635" y="755"/>
                    </a:cubicBezTo>
                    <a:cubicBezTo>
                      <a:pt x="666" y="786"/>
                      <a:pt x="728" y="786"/>
                      <a:pt x="790" y="786"/>
                    </a:cubicBezTo>
                    <a:cubicBezTo>
                      <a:pt x="883" y="786"/>
                      <a:pt x="945" y="724"/>
                      <a:pt x="1007" y="662"/>
                    </a:cubicBezTo>
                    <a:cubicBezTo>
                      <a:pt x="1100" y="538"/>
                      <a:pt x="1069" y="352"/>
                      <a:pt x="914" y="259"/>
                    </a:cubicBezTo>
                    <a:cubicBezTo>
                      <a:pt x="790" y="196"/>
                      <a:pt x="666" y="103"/>
                      <a:pt x="542" y="41"/>
                    </a:cubicBezTo>
                    <a:cubicBezTo>
                      <a:pt x="494" y="13"/>
                      <a:pt x="447" y="0"/>
                      <a:pt x="40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2"/>
              <p:cNvSpPr/>
              <p:nvPr/>
            </p:nvSpPr>
            <p:spPr>
              <a:xfrm>
                <a:off x="7111838" y="2269475"/>
                <a:ext cx="26675" cy="19700"/>
              </a:xfrm>
              <a:custGeom>
                <a:avLst/>
                <a:gdLst/>
                <a:ahLst/>
                <a:cxnLst/>
                <a:rect l="l" t="t" r="r" b="b"/>
                <a:pathLst>
                  <a:path w="1067" h="788" extrusionOk="0">
                    <a:moveTo>
                      <a:pt x="683" y="0"/>
                    </a:moveTo>
                    <a:cubicBezTo>
                      <a:pt x="635" y="0"/>
                      <a:pt x="583" y="13"/>
                      <a:pt x="527" y="43"/>
                    </a:cubicBezTo>
                    <a:cubicBezTo>
                      <a:pt x="403" y="105"/>
                      <a:pt x="279" y="199"/>
                      <a:pt x="155" y="292"/>
                    </a:cubicBezTo>
                    <a:cubicBezTo>
                      <a:pt x="31" y="354"/>
                      <a:pt x="0" y="540"/>
                      <a:pt x="93" y="664"/>
                    </a:cubicBezTo>
                    <a:cubicBezTo>
                      <a:pt x="124" y="757"/>
                      <a:pt x="217" y="788"/>
                      <a:pt x="310" y="788"/>
                    </a:cubicBezTo>
                    <a:cubicBezTo>
                      <a:pt x="372" y="788"/>
                      <a:pt x="403" y="757"/>
                      <a:pt x="465" y="726"/>
                    </a:cubicBezTo>
                    <a:cubicBezTo>
                      <a:pt x="558" y="664"/>
                      <a:pt x="683" y="571"/>
                      <a:pt x="807" y="509"/>
                    </a:cubicBezTo>
                    <a:cubicBezTo>
                      <a:pt x="1067" y="353"/>
                      <a:pt x="934" y="0"/>
                      <a:pt x="68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2"/>
              <p:cNvSpPr/>
              <p:nvPr/>
            </p:nvSpPr>
            <p:spPr>
              <a:xfrm>
                <a:off x="7150613" y="2253225"/>
                <a:ext cx="28025" cy="17350"/>
              </a:xfrm>
              <a:custGeom>
                <a:avLst/>
                <a:gdLst/>
                <a:ahLst/>
                <a:cxnLst/>
                <a:rect l="l" t="t" r="r" b="b"/>
                <a:pathLst>
                  <a:path w="1121" h="694" extrusionOk="0">
                    <a:moveTo>
                      <a:pt x="730" y="0"/>
                    </a:moveTo>
                    <a:cubicBezTo>
                      <a:pt x="705" y="0"/>
                      <a:pt x="679" y="4"/>
                      <a:pt x="651" y="11"/>
                    </a:cubicBezTo>
                    <a:cubicBezTo>
                      <a:pt x="496" y="42"/>
                      <a:pt x="372" y="104"/>
                      <a:pt x="217" y="135"/>
                    </a:cubicBezTo>
                    <a:cubicBezTo>
                      <a:pt x="93" y="197"/>
                      <a:pt x="0" y="352"/>
                      <a:pt x="31" y="507"/>
                    </a:cubicBezTo>
                    <a:cubicBezTo>
                      <a:pt x="93" y="600"/>
                      <a:pt x="186" y="662"/>
                      <a:pt x="310" y="693"/>
                    </a:cubicBezTo>
                    <a:lnTo>
                      <a:pt x="310" y="662"/>
                    </a:lnTo>
                    <a:lnTo>
                      <a:pt x="403" y="662"/>
                    </a:lnTo>
                    <a:cubicBezTo>
                      <a:pt x="527" y="631"/>
                      <a:pt x="682" y="569"/>
                      <a:pt x="807" y="538"/>
                    </a:cubicBezTo>
                    <a:cubicBezTo>
                      <a:pt x="1120" y="453"/>
                      <a:pt x="1014" y="0"/>
                      <a:pt x="73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2"/>
              <p:cNvSpPr/>
              <p:nvPr/>
            </p:nvSpPr>
            <p:spPr>
              <a:xfrm>
                <a:off x="7241063" y="2251800"/>
                <a:ext cx="29775" cy="17225"/>
              </a:xfrm>
              <a:custGeom>
                <a:avLst/>
                <a:gdLst/>
                <a:ahLst/>
                <a:cxnLst/>
                <a:rect l="l" t="t" r="r" b="b"/>
                <a:pathLst>
                  <a:path w="1191" h="689" extrusionOk="0">
                    <a:moveTo>
                      <a:pt x="417" y="1"/>
                    </a:moveTo>
                    <a:cubicBezTo>
                      <a:pt x="92" y="1"/>
                      <a:pt x="1" y="475"/>
                      <a:pt x="353" y="533"/>
                    </a:cubicBezTo>
                    <a:lnTo>
                      <a:pt x="353" y="564"/>
                    </a:lnTo>
                    <a:cubicBezTo>
                      <a:pt x="477" y="595"/>
                      <a:pt x="632" y="626"/>
                      <a:pt x="756" y="688"/>
                    </a:cubicBezTo>
                    <a:lnTo>
                      <a:pt x="818" y="688"/>
                    </a:lnTo>
                    <a:cubicBezTo>
                      <a:pt x="1128" y="657"/>
                      <a:pt x="1190" y="223"/>
                      <a:pt x="911" y="130"/>
                    </a:cubicBezTo>
                    <a:cubicBezTo>
                      <a:pt x="756" y="99"/>
                      <a:pt x="601" y="68"/>
                      <a:pt x="477" y="6"/>
                    </a:cubicBezTo>
                    <a:cubicBezTo>
                      <a:pt x="456" y="3"/>
                      <a:pt x="436" y="1"/>
                      <a:pt x="41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2"/>
              <p:cNvSpPr/>
              <p:nvPr/>
            </p:nvSpPr>
            <p:spPr>
              <a:xfrm>
                <a:off x="7079263" y="2295950"/>
                <a:ext cx="22500" cy="21925"/>
              </a:xfrm>
              <a:custGeom>
                <a:avLst/>
                <a:gdLst/>
                <a:ahLst/>
                <a:cxnLst/>
                <a:rect l="l" t="t" r="r" b="b"/>
                <a:pathLst>
                  <a:path w="900" h="877" extrusionOk="0">
                    <a:moveTo>
                      <a:pt x="590" y="0"/>
                    </a:moveTo>
                    <a:cubicBezTo>
                      <a:pt x="520" y="0"/>
                      <a:pt x="450" y="24"/>
                      <a:pt x="404" y="70"/>
                    </a:cubicBezTo>
                    <a:cubicBezTo>
                      <a:pt x="310" y="194"/>
                      <a:pt x="186" y="287"/>
                      <a:pt x="93" y="411"/>
                    </a:cubicBezTo>
                    <a:cubicBezTo>
                      <a:pt x="0" y="535"/>
                      <a:pt x="0" y="690"/>
                      <a:pt x="124" y="784"/>
                    </a:cubicBezTo>
                    <a:cubicBezTo>
                      <a:pt x="155" y="846"/>
                      <a:pt x="217" y="846"/>
                      <a:pt x="310" y="877"/>
                    </a:cubicBezTo>
                    <a:cubicBezTo>
                      <a:pt x="372" y="877"/>
                      <a:pt x="435" y="815"/>
                      <a:pt x="497" y="784"/>
                    </a:cubicBezTo>
                    <a:cubicBezTo>
                      <a:pt x="590" y="659"/>
                      <a:pt x="683" y="566"/>
                      <a:pt x="776" y="473"/>
                    </a:cubicBezTo>
                    <a:cubicBezTo>
                      <a:pt x="900" y="349"/>
                      <a:pt x="900" y="194"/>
                      <a:pt x="776" y="70"/>
                    </a:cubicBezTo>
                    <a:cubicBezTo>
                      <a:pt x="729" y="24"/>
                      <a:pt x="659" y="0"/>
                      <a:pt x="59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2"/>
              <p:cNvSpPr/>
              <p:nvPr/>
            </p:nvSpPr>
            <p:spPr>
              <a:xfrm>
                <a:off x="7054438" y="2330750"/>
                <a:ext cx="21850" cy="23575"/>
              </a:xfrm>
              <a:custGeom>
                <a:avLst/>
                <a:gdLst/>
                <a:ahLst/>
                <a:cxnLst/>
                <a:rect l="l" t="t" r="r" b="b"/>
                <a:pathLst>
                  <a:path w="874" h="943" extrusionOk="0">
                    <a:moveTo>
                      <a:pt x="504" y="1"/>
                    </a:moveTo>
                    <a:cubicBezTo>
                      <a:pt x="421" y="1"/>
                      <a:pt x="337" y="40"/>
                      <a:pt x="280" y="136"/>
                    </a:cubicBezTo>
                    <a:cubicBezTo>
                      <a:pt x="218" y="260"/>
                      <a:pt x="125" y="384"/>
                      <a:pt x="63" y="508"/>
                    </a:cubicBezTo>
                    <a:cubicBezTo>
                      <a:pt x="1" y="663"/>
                      <a:pt x="63" y="818"/>
                      <a:pt x="187" y="880"/>
                    </a:cubicBezTo>
                    <a:lnTo>
                      <a:pt x="187" y="911"/>
                    </a:lnTo>
                    <a:cubicBezTo>
                      <a:pt x="218" y="911"/>
                      <a:pt x="280" y="942"/>
                      <a:pt x="311" y="942"/>
                    </a:cubicBezTo>
                    <a:cubicBezTo>
                      <a:pt x="404" y="911"/>
                      <a:pt x="497" y="880"/>
                      <a:pt x="559" y="787"/>
                    </a:cubicBezTo>
                    <a:cubicBezTo>
                      <a:pt x="621" y="663"/>
                      <a:pt x="683" y="539"/>
                      <a:pt x="745" y="415"/>
                    </a:cubicBezTo>
                    <a:cubicBezTo>
                      <a:pt x="874" y="201"/>
                      <a:pt x="691" y="1"/>
                      <a:pt x="50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2"/>
              <p:cNvSpPr/>
              <p:nvPr/>
            </p:nvSpPr>
            <p:spPr>
              <a:xfrm>
                <a:off x="7244438" y="2575125"/>
                <a:ext cx="25625" cy="16500"/>
              </a:xfrm>
              <a:custGeom>
                <a:avLst/>
                <a:gdLst/>
                <a:ahLst/>
                <a:cxnLst/>
                <a:rect l="l" t="t" r="r" b="b"/>
                <a:pathLst>
                  <a:path w="1025" h="660" extrusionOk="0">
                    <a:moveTo>
                      <a:pt x="729" y="0"/>
                    </a:moveTo>
                    <a:cubicBezTo>
                      <a:pt x="703" y="0"/>
                      <a:pt x="678" y="3"/>
                      <a:pt x="652" y="8"/>
                    </a:cubicBezTo>
                    <a:lnTo>
                      <a:pt x="621" y="8"/>
                    </a:lnTo>
                    <a:cubicBezTo>
                      <a:pt x="497" y="70"/>
                      <a:pt x="373" y="101"/>
                      <a:pt x="249" y="132"/>
                    </a:cubicBezTo>
                    <a:cubicBezTo>
                      <a:pt x="93" y="163"/>
                      <a:pt x="0" y="318"/>
                      <a:pt x="62" y="442"/>
                    </a:cubicBezTo>
                    <a:cubicBezTo>
                      <a:pt x="62" y="566"/>
                      <a:pt x="186" y="659"/>
                      <a:pt x="311" y="659"/>
                    </a:cubicBezTo>
                    <a:lnTo>
                      <a:pt x="373" y="659"/>
                    </a:lnTo>
                    <a:cubicBezTo>
                      <a:pt x="528" y="628"/>
                      <a:pt x="683" y="597"/>
                      <a:pt x="807" y="535"/>
                    </a:cubicBezTo>
                    <a:cubicBezTo>
                      <a:pt x="962" y="504"/>
                      <a:pt x="1024" y="349"/>
                      <a:pt x="993" y="194"/>
                    </a:cubicBezTo>
                    <a:cubicBezTo>
                      <a:pt x="967" y="65"/>
                      <a:pt x="855" y="0"/>
                      <a:pt x="72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2"/>
              <p:cNvSpPr/>
              <p:nvPr/>
            </p:nvSpPr>
            <p:spPr>
              <a:xfrm>
                <a:off x="7283988" y="2556900"/>
                <a:ext cx="25600" cy="19200"/>
              </a:xfrm>
              <a:custGeom>
                <a:avLst/>
                <a:gdLst/>
                <a:ahLst/>
                <a:cxnLst/>
                <a:rect l="l" t="t" r="r" b="b"/>
                <a:pathLst>
                  <a:path w="1024" h="768" extrusionOk="0">
                    <a:moveTo>
                      <a:pt x="723" y="0"/>
                    </a:moveTo>
                    <a:cubicBezTo>
                      <a:pt x="666" y="0"/>
                      <a:pt x="608" y="18"/>
                      <a:pt x="559" y="55"/>
                    </a:cubicBezTo>
                    <a:cubicBezTo>
                      <a:pt x="466" y="117"/>
                      <a:pt x="342" y="179"/>
                      <a:pt x="218" y="241"/>
                    </a:cubicBezTo>
                    <a:cubicBezTo>
                      <a:pt x="62" y="334"/>
                      <a:pt x="0" y="489"/>
                      <a:pt x="93" y="644"/>
                    </a:cubicBezTo>
                    <a:cubicBezTo>
                      <a:pt x="155" y="737"/>
                      <a:pt x="249" y="768"/>
                      <a:pt x="342" y="768"/>
                    </a:cubicBezTo>
                    <a:cubicBezTo>
                      <a:pt x="373" y="768"/>
                      <a:pt x="435" y="768"/>
                      <a:pt x="466" y="737"/>
                    </a:cubicBezTo>
                    <a:cubicBezTo>
                      <a:pt x="590" y="675"/>
                      <a:pt x="745" y="582"/>
                      <a:pt x="869" y="520"/>
                    </a:cubicBezTo>
                    <a:cubicBezTo>
                      <a:pt x="993" y="427"/>
                      <a:pt x="1024" y="241"/>
                      <a:pt x="931" y="117"/>
                    </a:cubicBezTo>
                    <a:cubicBezTo>
                      <a:pt x="893" y="41"/>
                      <a:pt x="810" y="0"/>
                      <a:pt x="72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2"/>
              <p:cNvSpPr/>
              <p:nvPr/>
            </p:nvSpPr>
            <p:spPr>
              <a:xfrm>
                <a:off x="7320438" y="2528300"/>
                <a:ext cx="24950" cy="22225"/>
              </a:xfrm>
              <a:custGeom>
                <a:avLst/>
                <a:gdLst/>
                <a:ahLst/>
                <a:cxnLst/>
                <a:rect l="l" t="t" r="r" b="b"/>
                <a:pathLst>
                  <a:path w="998" h="889" extrusionOk="0">
                    <a:moveTo>
                      <a:pt x="603" y="0"/>
                    </a:moveTo>
                    <a:cubicBezTo>
                      <a:pt x="537" y="0"/>
                      <a:pt x="468" y="25"/>
                      <a:pt x="404" y="82"/>
                    </a:cubicBezTo>
                    <a:lnTo>
                      <a:pt x="404" y="113"/>
                    </a:lnTo>
                    <a:cubicBezTo>
                      <a:pt x="310" y="206"/>
                      <a:pt x="186" y="330"/>
                      <a:pt x="93" y="423"/>
                    </a:cubicBezTo>
                    <a:cubicBezTo>
                      <a:pt x="0" y="516"/>
                      <a:pt x="0" y="702"/>
                      <a:pt x="93" y="795"/>
                    </a:cubicBezTo>
                    <a:cubicBezTo>
                      <a:pt x="155" y="857"/>
                      <a:pt x="225" y="888"/>
                      <a:pt x="295" y="888"/>
                    </a:cubicBezTo>
                    <a:cubicBezTo>
                      <a:pt x="365" y="888"/>
                      <a:pt x="435" y="857"/>
                      <a:pt x="497" y="795"/>
                    </a:cubicBezTo>
                    <a:cubicBezTo>
                      <a:pt x="590" y="702"/>
                      <a:pt x="683" y="578"/>
                      <a:pt x="807" y="485"/>
                    </a:cubicBezTo>
                    <a:cubicBezTo>
                      <a:pt x="998" y="270"/>
                      <a:pt x="821" y="0"/>
                      <a:pt x="60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2"/>
              <p:cNvSpPr/>
              <p:nvPr/>
            </p:nvSpPr>
            <p:spPr>
              <a:xfrm>
                <a:off x="7365413" y="2452000"/>
                <a:ext cx="17850" cy="24075"/>
              </a:xfrm>
              <a:custGeom>
                <a:avLst/>
                <a:gdLst/>
                <a:ahLst/>
                <a:cxnLst/>
                <a:rect l="l" t="t" r="r" b="b"/>
                <a:pathLst>
                  <a:path w="714" h="963" extrusionOk="0">
                    <a:moveTo>
                      <a:pt x="497" y="1"/>
                    </a:moveTo>
                    <a:lnTo>
                      <a:pt x="497" y="32"/>
                    </a:lnTo>
                    <a:cubicBezTo>
                      <a:pt x="477" y="28"/>
                      <a:pt x="457" y="26"/>
                      <a:pt x="437" y="26"/>
                    </a:cubicBezTo>
                    <a:cubicBezTo>
                      <a:pt x="304" y="26"/>
                      <a:pt x="183" y="114"/>
                      <a:pt x="155" y="249"/>
                    </a:cubicBezTo>
                    <a:cubicBezTo>
                      <a:pt x="124" y="373"/>
                      <a:pt x="93" y="528"/>
                      <a:pt x="62" y="621"/>
                    </a:cubicBezTo>
                    <a:cubicBezTo>
                      <a:pt x="0" y="776"/>
                      <a:pt x="93" y="931"/>
                      <a:pt x="249" y="962"/>
                    </a:cubicBezTo>
                    <a:lnTo>
                      <a:pt x="311" y="962"/>
                    </a:lnTo>
                    <a:cubicBezTo>
                      <a:pt x="435" y="962"/>
                      <a:pt x="528" y="900"/>
                      <a:pt x="559" y="776"/>
                    </a:cubicBezTo>
                    <a:cubicBezTo>
                      <a:pt x="621" y="621"/>
                      <a:pt x="652" y="497"/>
                      <a:pt x="683" y="342"/>
                    </a:cubicBezTo>
                    <a:cubicBezTo>
                      <a:pt x="714" y="187"/>
                      <a:pt x="621" y="32"/>
                      <a:pt x="49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2"/>
              <p:cNvSpPr/>
              <p:nvPr/>
            </p:nvSpPr>
            <p:spPr>
              <a:xfrm>
                <a:off x="7201013" y="2582300"/>
                <a:ext cx="25600" cy="13975"/>
              </a:xfrm>
              <a:custGeom>
                <a:avLst/>
                <a:gdLst/>
                <a:ahLst/>
                <a:cxnLst/>
                <a:rect l="l" t="t" r="r" b="b"/>
                <a:pathLst>
                  <a:path w="1024" h="559" extrusionOk="0">
                    <a:moveTo>
                      <a:pt x="310" y="0"/>
                    </a:moveTo>
                    <a:cubicBezTo>
                      <a:pt x="0" y="62"/>
                      <a:pt x="0" y="527"/>
                      <a:pt x="310" y="558"/>
                    </a:cubicBezTo>
                    <a:lnTo>
                      <a:pt x="776" y="558"/>
                    </a:lnTo>
                    <a:cubicBezTo>
                      <a:pt x="900" y="558"/>
                      <a:pt x="1024" y="434"/>
                      <a:pt x="1024" y="279"/>
                    </a:cubicBezTo>
                    <a:cubicBezTo>
                      <a:pt x="1024" y="124"/>
                      <a:pt x="900" y="0"/>
                      <a:pt x="74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2"/>
              <p:cNvSpPr/>
              <p:nvPr/>
            </p:nvSpPr>
            <p:spPr>
              <a:xfrm>
                <a:off x="7345838" y="2326275"/>
                <a:ext cx="22700" cy="23400"/>
              </a:xfrm>
              <a:custGeom>
                <a:avLst/>
                <a:gdLst/>
                <a:ahLst/>
                <a:cxnLst/>
                <a:rect l="l" t="t" r="r" b="b"/>
                <a:pathLst>
                  <a:path w="908" h="936" extrusionOk="0">
                    <a:moveTo>
                      <a:pt x="385" y="0"/>
                    </a:moveTo>
                    <a:cubicBezTo>
                      <a:pt x="194" y="0"/>
                      <a:pt x="0" y="220"/>
                      <a:pt x="132" y="439"/>
                    </a:cubicBezTo>
                    <a:cubicBezTo>
                      <a:pt x="194" y="532"/>
                      <a:pt x="256" y="656"/>
                      <a:pt x="318" y="780"/>
                    </a:cubicBezTo>
                    <a:lnTo>
                      <a:pt x="349" y="811"/>
                    </a:lnTo>
                    <a:cubicBezTo>
                      <a:pt x="380" y="904"/>
                      <a:pt x="473" y="935"/>
                      <a:pt x="566" y="935"/>
                    </a:cubicBezTo>
                    <a:cubicBezTo>
                      <a:pt x="628" y="935"/>
                      <a:pt x="659" y="935"/>
                      <a:pt x="690" y="904"/>
                    </a:cubicBezTo>
                    <a:cubicBezTo>
                      <a:pt x="845" y="842"/>
                      <a:pt x="907" y="656"/>
                      <a:pt x="814" y="532"/>
                    </a:cubicBezTo>
                    <a:cubicBezTo>
                      <a:pt x="752" y="408"/>
                      <a:pt x="659" y="253"/>
                      <a:pt x="597" y="129"/>
                    </a:cubicBezTo>
                    <a:cubicBezTo>
                      <a:pt x="543" y="38"/>
                      <a:pt x="464" y="0"/>
                      <a:pt x="38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2"/>
              <p:cNvSpPr/>
              <p:nvPr/>
            </p:nvSpPr>
            <p:spPr>
              <a:xfrm>
                <a:off x="7156213" y="2576400"/>
                <a:ext cx="29850" cy="16025"/>
              </a:xfrm>
              <a:custGeom>
                <a:avLst/>
                <a:gdLst/>
                <a:ahLst/>
                <a:cxnLst/>
                <a:rect l="l" t="t" r="r" b="b"/>
                <a:pathLst>
                  <a:path w="1194" h="641" extrusionOk="0">
                    <a:moveTo>
                      <a:pt x="358" y="0"/>
                    </a:moveTo>
                    <a:cubicBezTo>
                      <a:pt x="91" y="0"/>
                      <a:pt x="1" y="432"/>
                      <a:pt x="334" y="515"/>
                    </a:cubicBezTo>
                    <a:cubicBezTo>
                      <a:pt x="458" y="577"/>
                      <a:pt x="614" y="608"/>
                      <a:pt x="769" y="639"/>
                    </a:cubicBezTo>
                    <a:lnTo>
                      <a:pt x="831" y="639"/>
                    </a:lnTo>
                    <a:cubicBezTo>
                      <a:pt x="840" y="640"/>
                      <a:pt x="850" y="641"/>
                      <a:pt x="859" y="641"/>
                    </a:cubicBezTo>
                    <a:cubicBezTo>
                      <a:pt x="1173" y="641"/>
                      <a:pt x="1193" y="142"/>
                      <a:pt x="862" y="112"/>
                    </a:cubicBezTo>
                    <a:cubicBezTo>
                      <a:pt x="738" y="81"/>
                      <a:pt x="583" y="50"/>
                      <a:pt x="458" y="19"/>
                    </a:cubicBezTo>
                    <a:cubicBezTo>
                      <a:pt x="423" y="6"/>
                      <a:pt x="389" y="0"/>
                      <a:pt x="35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2"/>
              <p:cNvSpPr/>
              <p:nvPr/>
            </p:nvSpPr>
            <p:spPr>
              <a:xfrm>
                <a:off x="7083913" y="2531875"/>
                <a:ext cx="23275" cy="20975"/>
              </a:xfrm>
              <a:custGeom>
                <a:avLst/>
                <a:gdLst/>
                <a:ahLst/>
                <a:cxnLst/>
                <a:rect l="l" t="t" r="r" b="b"/>
                <a:pathLst>
                  <a:path w="931" h="839" extrusionOk="0">
                    <a:moveTo>
                      <a:pt x="311" y="1"/>
                    </a:moveTo>
                    <a:cubicBezTo>
                      <a:pt x="241" y="1"/>
                      <a:pt x="171" y="32"/>
                      <a:pt x="124" y="94"/>
                    </a:cubicBezTo>
                    <a:cubicBezTo>
                      <a:pt x="0" y="187"/>
                      <a:pt x="0" y="373"/>
                      <a:pt x="124" y="466"/>
                    </a:cubicBezTo>
                    <a:cubicBezTo>
                      <a:pt x="218" y="590"/>
                      <a:pt x="311" y="683"/>
                      <a:pt x="435" y="776"/>
                    </a:cubicBezTo>
                    <a:cubicBezTo>
                      <a:pt x="497" y="838"/>
                      <a:pt x="559" y="838"/>
                      <a:pt x="621" y="838"/>
                    </a:cubicBezTo>
                    <a:cubicBezTo>
                      <a:pt x="683" y="838"/>
                      <a:pt x="776" y="807"/>
                      <a:pt x="807" y="776"/>
                    </a:cubicBezTo>
                    <a:cubicBezTo>
                      <a:pt x="931" y="652"/>
                      <a:pt x="931" y="466"/>
                      <a:pt x="807" y="373"/>
                    </a:cubicBezTo>
                    <a:cubicBezTo>
                      <a:pt x="714" y="280"/>
                      <a:pt x="621" y="187"/>
                      <a:pt x="528" y="94"/>
                    </a:cubicBezTo>
                    <a:lnTo>
                      <a:pt x="497" y="94"/>
                    </a:lnTo>
                    <a:cubicBezTo>
                      <a:pt x="450" y="32"/>
                      <a:pt x="380" y="1"/>
                      <a:pt x="31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2"/>
              <p:cNvSpPr/>
              <p:nvPr/>
            </p:nvSpPr>
            <p:spPr>
              <a:xfrm>
                <a:off x="7117263" y="2558675"/>
                <a:ext cx="27150" cy="19775"/>
              </a:xfrm>
              <a:custGeom>
                <a:avLst/>
                <a:gdLst/>
                <a:ahLst/>
                <a:cxnLst/>
                <a:rect l="l" t="t" r="r" b="b"/>
                <a:pathLst>
                  <a:path w="1086" h="791" extrusionOk="0">
                    <a:moveTo>
                      <a:pt x="344" y="1"/>
                    </a:moveTo>
                    <a:cubicBezTo>
                      <a:pt x="245" y="1"/>
                      <a:pt x="155" y="56"/>
                      <a:pt x="93" y="139"/>
                    </a:cubicBezTo>
                    <a:cubicBezTo>
                      <a:pt x="0" y="263"/>
                      <a:pt x="62" y="449"/>
                      <a:pt x="186" y="542"/>
                    </a:cubicBezTo>
                    <a:cubicBezTo>
                      <a:pt x="310" y="604"/>
                      <a:pt x="434" y="697"/>
                      <a:pt x="590" y="759"/>
                    </a:cubicBezTo>
                    <a:cubicBezTo>
                      <a:pt x="621" y="759"/>
                      <a:pt x="652" y="790"/>
                      <a:pt x="714" y="790"/>
                    </a:cubicBezTo>
                    <a:cubicBezTo>
                      <a:pt x="993" y="790"/>
                      <a:pt x="1086" y="387"/>
                      <a:pt x="838" y="263"/>
                    </a:cubicBezTo>
                    <a:cubicBezTo>
                      <a:pt x="714" y="201"/>
                      <a:pt x="590" y="108"/>
                      <a:pt x="497" y="46"/>
                    </a:cubicBezTo>
                    <a:cubicBezTo>
                      <a:pt x="445" y="15"/>
                      <a:pt x="393" y="1"/>
                      <a:pt x="34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2"/>
              <p:cNvSpPr/>
              <p:nvPr/>
            </p:nvSpPr>
            <p:spPr>
              <a:xfrm>
                <a:off x="7346788" y="2493350"/>
                <a:ext cx="20975" cy="23825"/>
              </a:xfrm>
              <a:custGeom>
                <a:avLst/>
                <a:gdLst/>
                <a:ahLst/>
                <a:cxnLst/>
                <a:rect l="l" t="t" r="r" b="b"/>
                <a:pathLst>
                  <a:path w="839" h="953" extrusionOk="0">
                    <a:moveTo>
                      <a:pt x="504" y="1"/>
                    </a:moveTo>
                    <a:cubicBezTo>
                      <a:pt x="406" y="1"/>
                      <a:pt x="319" y="49"/>
                      <a:pt x="280" y="146"/>
                    </a:cubicBezTo>
                    <a:cubicBezTo>
                      <a:pt x="218" y="270"/>
                      <a:pt x="156" y="394"/>
                      <a:pt x="63" y="518"/>
                    </a:cubicBezTo>
                    <a:cubicBezTo>
                      <a:pt x="1" y="642"/>
                      <a:pt x="32" y="828"/>
                      <a:pt x="156" y="890"/>
                    </a:cubicBezTo>
                    <a:cubicBezTo>
                      <a:pt x="218" y="921"/>
                      <a:pt x="249" y="953"/>
                      <a:pt x="311" y="953"/>
                    </a:cubicBezTo>
                    <a:cubicBezTo>
                      <a:pt x="404" y="953"/>
                      <a:pt x="497" y="890"/>
                      <a:pt x="528" y="828"/>
                    </a:cubicBezTo>
                    <a:cubicBezTo>
                      <a:pt x="621" y="673"/>
                      <a:pt x="683" y="549"/>
                      <a:pt x="776" y="425"/>
                    </a:cubicBezTo>
                    <a:cubicBezTo>
                      <a:pt x="838" y="301"/>
                      <a:pt x="807" y="115"/>
                      <a:pt x="652" y="53"/>
                    </a:cubicBezTo>
                    <a:lnTo>
                      <a:pt x="683" y="53"/>
                    </a:lnTo>
                    <a:cubicBezTo>
                      <a:pt x="625" y="18"/>
                      <a:pt x="563" y="1"/>
                      <a:pt x="50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2"/>
              <p:cNvSpPr/>
              <p:nvPr/>
            </p:nvSpPr>
            <p:spPr>
              <a:xfrm>
                <a:off x="7372388" y="2409350"/>
                <a:ext cx="13975" cy="24850"/>
              </a:xfrm>
              <a:custGeom>
                <a:avLst/>
                <a:gdLst/>
                <a:ahLst/>
                <a:cxnLst/>
                <a:rect l="l" t="t" r="r" b="b"/>
                <a:pathLst>
                  <a:path w="559" h="994" extrusionOk="0">
                    <a:moveTo>
                      <a:pt x="280" y="1"/>
                    </a:moveTo>
                    <a:cubicBezTo>
                      <a:pt x="125" y="1"/>
                      <a:pt x="1" y="125"/>
                      <a:pt x="32" y="280"/>
                    </a:cubicBezTo>
                    <a:lnTo>
                      <a:pt x="32" y="497"/>
                    </a:lnTo>
                    <a:lnTo>
                      <a:pt x="32" y="714"/>
                    </a:lnTo>
                    <a:cubicBezTo>
                      <a:pt x="1" y="869"/>
                      <a:pt x="125" y="993"/>
                      <a:pt x="280" y="993"/>
                    </a:cubicBezTo>
                    <a:cubicBezTo>
                      <a:pt x="435" y="993"/>
                      <a:pt x="559" y="869"/>
                      <a:pt x="559" y="714"/>
                    </a:cubicBezTo>
                    <a:lnTo>
                      <a:pt x="559" y="497"/>
                    </a:lnTo>
                    <a:lnTo>
                      <a:pt x="559" y="280"/>
                    </a:lnTo>
                    <a:cubicBezTo>
                      <a:pt x="559" y="125"/>
                      <a:pt x="435" y="1"/>
                      <a:pt x="28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2"/>
              <p:cNvSpPr/>
              <p:nvPr/>
            </p:nvSpPr>
            <p:spPr>
              <a:xfrm>
                <a:off x="7204113" y="2412900"/>
                <a:ext cx="140375" cy="111575"/>
              </a:xfrm>
              <a:custGeom>
                <a:avLst/>
                <a:gdLst/>
                <a:ahLst/>
                <a:cxnLst/>
                <a:rect l="l" t="t" r="r" b="b"/>
                <a:pathLst>
                  <a:path w="5615" h="4463" extrusionOk="0">
                    <a:moveTo>
                      <a:pt x="1582" y="2030"/>
                    </a:moveTo>
                    <a:lnTo>
                      <a:pt x="1582" y="2185"/>
                    </a:lnTo>
                    <a:cubicBezTo>
                      <a:pt x="1582" y="2340"/>
                      <a:pt x="1706" y="2464"/>
                      <a:pt x="1862" y="2464"/>
                    </a:cubicBezTo>
                    <a:lnTo>
                      <a:pt x="4901" y="2464"/>
                    </a:lnTo>
                    <a:lnTo>
                      <a:pt x="4250" y="3581"/>
                    </a:lnTo>
                    <a:lnTo>
                      <a:pt x="1831" y="3581"/>
                    </a:lnTo>
                    <a:cubicBezTo>
                      <a:pt x="1706" y="3581"/>
                      <a:pt x="1582" y="3705"/>
                      <a:pt x="1582" y="3829"/>
                    </a:cubicBezTo>
                    <a:lnTo>
                      <a:pt x="1582" y="3922"/>
                    </a:lnTo>
                    <a:lnTo>
                      <a:pt x="621" y="2992"/>
                    </a:lnTo>
                    <a:lnTo>
                      <a:pt x="1582" y="2030"/>
                    </a:lnTo>
                    <a:close/>
                    <a:moveTo>
                      <a:pt x="2852" y="0"/>
                    </a:moveTo>
                    <a:cubicBezTo>
                      <a:pt x="2802" y="0"/>
                      <a:pt x="2751" y="14"/>
                      <a:pt x="2699" y="45"/>
                    </a:cubicBezTo>
                    <a:lnTo>
                      <a:pt x="2327" y="262"/>
                    </a:lnTo>
                    <a:cubicBezTo>
                      <a:pt x="2265" y="293"/>
                      <a:pt x="2203" y="355"/>
                      <a:pt x="2203" y="417"/>
                    </a:cubicBezTo>
                    <a:cubicBezTo>
                      <a:pt x="2172" y="479"/>
                      <a:pt x="2172" y="572"/>
                      <a:pt x="2234" y="634"/>
                    </a:cubicBezTo>
                    <a:lnTo>
                      <a:pt x="2947" y="1906"/>
                    </a:lnTo>
                    <a:lnTo>
                      <a:pt x="2079" y="1906"/>
                    </a:lnTo>
                    <a:cubicBezTo>
                      <a:pt x="2048" y="1720"/>
                      <a:pt x="1924" y="1565"/>
                      <a:pt x="1737" y="1503"/>
                    </a:cubicBezTo>
                    <a:cubicBezTo>
                      <a:pt x="1678" y="1473"/>
                      <a:pt x="1612" y="1459"/>
                      <a:pt x="1544" y="1459"/>
                    </a:cubicBezTo>
                    <a:cubicBezTo>
                      <a:pt x="1402" y="1459"/>
                      <a:pt x="1253" y="1522"/>
                      <a:pt x="1148" y="1627"/>
                    </a:cubicBezTo>
                    <a:lnTo>
                      <a:pt x="218" y="2589"/>
                    </a:lnTo>
                    <a:cubicBezTo>
                      <a:pt x="0" y="2775"/>
                      <a:pt x="0" y="3147"/>
                      <a:pt x="218" y="3364"/>
                    </a:cubicBezTo>
                    <a:lnTo>
                      <a:pt x="1148" y="4295"/>
                    </a:lnTo>
                    <a:cubicBezTo>
                      <a:pt x="1253" y="4400"/>
                      <a:pt x="1402" y="4462"/>
                      <a:pt x="1544" y="4462"/>
                    </a:cubicBezTo>
                    <a:cubicBezTo>
                      <a:pt x="1612" y="4462"/>
                      <a:pt x="1678" y="4448"/>
                      <a:pt x="1737" y="4419"/>
                    </a:cubicBezTo>
                    <a:cubicBezTo>
                      <a:pt x="1893" y="4357"/>
                      <a:pt x="2017" y="4233"/>
                      <a:pt x="2048" y="4077"/>
                    </a:cubicBezTo>
                    <a:lnTo>
                      <a:pt x="4374" y="4077"/>
                    </a:lnTo>
                    <a:cubicBezTo>
                      <a:pt x="4498" y="4077"/>
                      <a:pt x="4591" y="4046"/>
                      <a:pt x="4622" y="3953"/>
                    </a:cubicBezTo>
                    <a:lnTo>
                      <a:pt x="5584" y="2278"/>
                    </a:lnTo>
                    <a:cubicBezTo>
                      <a:pt x="5615" y="2216"/>
                      <a:pt x="5615" y="2092"/>
                      <a:pt x="5584" y="2030"/>
                    </a:cubicBezTo>
                    <a:lnTo>
                      <a:pt x="4777" y="603"/>
                    </a:lnTo>
                    <a:cubicBezTo>
                      <a:pt x="4711" y="518"/>
                      <a:pt x="4627" y="482"/>
                      <a:pt x="4546" y="482"/>
                    </a:cubicBezTo>
                    <a:cubicBezTo>
                      <a:pt x="4363" y="482"/>
                      <a:pt x="4195" y="667"/>
                      <a:pt x="4281" y="882"/>
                    </a:cubicBezTo>
                    <a:lnTo>
                      <a:pt x="4901" y="1906"/>
                    </a:lnTo>
                    <a:lnTo>
                      <a:pt x="3599" y="1906"/>
                    </a:lnTo>
                    <a:lnTo>
                      <a:pt x="2854" y="603"/>
                    </a:lnTo>
                    <a:lnTo>
                      <a:pt x="2978" y="541"/>
                    </a:lnTo>
                    <a:cubicBezTo>
                      <a:pt x="3133" y="448"/>
                      <a:pt x="3164" y="262"/>
                      <a:pt x="3102" y="138"/>
                    </a:cubicBezTo>
                    <a:cubicBezTo>
                      <a:pt x="3040" y="55"/>
                      <a:pt x="2951" y="0"/>
                      <a:pt x="285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2"/>
              <p:cNvSpPr/>
              <p:nvPr/>
            </p:nvSpPr>
            <p:spPr>
              <a:xfrm>
                <a:off x="7144388" y="2282950"/>
                <a:ext cx="144875" cy="112475"/>
              </a:xfrm>
              <a:custGeom>
                <a:avLst/>
                <a:gdLst/>
                <a:ahLst/>
                <a:cxnLst/>
                <a:rect l="l" t="t" r="r" b="b"/>
                <a:pathLst>
                  <a:path w="5795" h="4499" extrusionOk="0">
                    <a:moveTo>
                      <a:pt x="1769" y="838"/>
                    </a:moveTo>
                    <a:lnTo>
                      <a:pt x="2420" y="1924"/>
                    </a:lnTo>
                    <a:lnTo>
                      <a:pt x="1645" y="3227"/>
                    </a:lnTo>
                    <a:lnTo>
                      <a:pt x="683" y="2668"/>
                    </a:lnTo>
                    <a:lnTo>
                      <a:pt x="1769" y="838"/>
                    </a:lnTo>
                    <a:close/>
                    <a:moveTo>
                      <a:pt x="2234" y="528"/>
                    </a:moveTo>
                    <a:lnTo>
                      <a:pt x="3537" y="559"/>
                    </a:lnTo>
                    <a:lnTo>
                      <a:pt x="4716" y="2637"/>
                    </a:lnTo>
                    <a:cubicBezTo>
                      <a:pt x="4747" y="2699"/>
                      <a:pt x="4809" y="2730"/>
                      <a:pt x="4902" y="2761"/>
                    </a:cubicBezTo>
                    <a:cubicBezTo>
                      <a:pt x="4920" y="2771"/>
                      <a:pt x="4938" y="2774"/>
                      <a:pt x="4956" y="2774"/>
                    </a:cubicBezTo>
                    <a:cubicBezTo>
                      <a:pt x="5000" y="2774"/>
                      <a:pt x="5044" y="2752"/>
                      <a:pt x="5088" y="2730"/>
                    </a:cubicBezTo>
                    <a:lnTo>
                      <a:pt x="5181" y="2699"/>
                    </a:lnTo>
                    <a:lnTo>
                      <a:pt x="4840" y="3971"/>
                    </a:lnTo>
                    <a:lnTo>
                      <a:pt x="3537" y="3630"/>
                    </a:lnTo>
                    <a:lnTo>
                      <a:pt x="3661" y="3568"/>
                    </a:lnTo>
                    <a:cubicBezTo>
                      <a:pt x="3785" y="3475"/>
                      <a:pt x="3847" y="3289"/>
                      <a:pt x="3754" y="3165"/>
                    </a:cubicBezTo>
                    <a:lnTo>
                      <a:pt x="2234" y="528"/>
                    </a:lnTo>
                    <a:close/>
                    <a:moveTo>
                      <a:pt x="1769" y="1"/>
                    </a:moveTo>
                    <a:cubicBezTo>
                      <a:pt x="1676" y="1"/>
                      <a:pt x="1583" y="63"/>
                      <a:pt x="1521" y="156"/>
                    </a:cubicBezTo>
                    <a:lnTo>
                      <a:pt x="94" y="2637"/>
                    </a:lnTo>
                    <a:cubicBezTo>
                      <a:pt x="1" y="2792"/>
                      <a:pt x="32" y="2948"/>
                      <a:pt x="187" y="3041"/>
                    </a:cubicBezTo>
                    <a:lnTo>
                      <a:pt x="1614" y="3878"/>
                    </a:lnTo>
                    <a:cubicBezTo>
                      <a:pt x="1645" y="3878"/>
                      <a:pt x="1707" y="3909"/>
                      <a:pt x="1769" y="3909"/>
                    </a:cubicBezTo>
                    <a:lnTo>
                      <a:pt x="1831" y="3909"/>
                    </a:lnTo>
                    <a:cubicBezTo>
                      <a:pt x="1893" y="3878"/>
                      <a:pt x="1955" y="3816"/>
                      <a:pt x="1986" y="3785"/>
                    </a:cubicBezTo>
                    <a:lnTo>
                      <a:pt x="2731" y="2482"/>
                    </a:lnTo>
                    <a:lnTo>
                      <a:pt x="3165" y="3258"/>
                    </a:lnTo>
                    <a:cubicBezTo>
                      <a:pt x="2855" y="3537"/>
                      <a:pt x="2979" y="4033"/>
                      <a:pt x="3413" y="4157"/>
                    </a:cubicBezTo>
                    <a:lnTo>
                      <a:pt x="4685" y="4499"/>
                    </a:lnTo>
                    <a:lnTo>
                      <a:pt x="4840" y="4499"/>
                    </a:lnTo>
                    <a:cubicBezTo>
                      <a:pt x="5088" y="4499"/>
                      <a:pt x="5305" y="4343"/>
                      <a:pt x="5367" y="4126"/>
                    </a:cubicBezTo>
                    <a:lnTo>
                      <a:pt x="5708" y="2823"/>
                    </a:lnTo>
                    <a:cubicBezTo>
                      <a:pt x="5795" y="2479"/>
                      <a:pt x="5509" y="2134"/>
                      <a:pt x="5170" y="2134"/>
                    </a:cubicBezTo>
                    <a:cubicBezTo>
                      <a:pt x="5143" y="2134"/>
                      <a:pt x="5116" y="2136"/>
                      <a:pt x="5088" y="2141"/>
                    </a:cubicBezTo>
                    <a:lnTo>
                      <a:pt x="3909" y="156"/>
                    </a:lnTo>
                    <a:cubicBezTo>
                      <a:pt x="3878" y="63"/>
                      <a:pt x="3785" y="1"/>
                      <a:pt x="369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32"/>
              <p:cNvSpPr/>
              <p:nvPr/>
            </p:nvSpPr>
            <p:spPr>
              <a:xfrm>
                <a:off x="7078488" y="2381925"/>
                <a:ext cx="110125" cy="132925"/>
              </a:xfrm>
              <a:custGeom>
                <a:avLst/>
                <a:gdLst/>
                <a:ahLst/>
                <a:cxnLst/>
                <a:rect l="l" t="t" r="r" b="b"/>
                <a:pathLst>
                  <a:path w="4405" h="5317" extrusionOk="0">
                    <a:moveTo>
                      <a:pt x="2916" y="508"/>
                    </a:moveTo>
                    <a:lnTo>
                      <a:pt x="3257" y="1811"/>
                    </a:lnTo>
                    <a:lnTo>
                      <a:pt x="3133" y="1749"/>
                    </a:lnTo>
                    <a:cubicBezTo>
                      <a:pt x="3092" y="1718"/>
                      <a:pt x="3044" y="1704"/>
                      <a:pt x="2995" y="1704"/>
                    </a:cubicBezTo>
                    <a:cubicBezTo>
                      <a:pt x="2899" y="1704"/>
                      <a:pt x="2802" y="1760"/>
                      <a:pt x="2761" y="1842"/>
                    </a:cubicBezTo>
                    <a:lnTo>
                      <a:pt x="1241" y="4510"/>
                    </a:lnTo>
                    <a:lnTo>
                      <a:pt x="590" y="3393"/>
                    </a:lnTo>
                    <a:lnTo>
                      <a:pt x="1799" y="1315"/>
                    </a:lnTo>
                    <a:cubicBezTo>
                      <a:pt x="1892" y="1160"/>
                      <a:pt x="1861" y="1005"/>
                      <a:pt x="1706" y="912"/>
                    </a:cubicBezTo>
                    <a:lnTo>
                      <a:pt x="1613" y="881"/>
                    </a:lnTo>
                    <a:lnTo>
                      <a:pt x="2916" y="508"/>
                    </a:lnTo>
                    <a:close/>
                    <a:moveTo>
                      <a:pt x="3878" y="3672"/>
                    </a:moveTo>
                    <a:lnTo>
                      <a:pt x="3878" y="4789"/>
                    </a:lnTo>
                    <a:lnTo>
                      <a:pt x="1706" y="4789"/>
                    </a:lnTo>
                    <a:lnTo>
                      <a:pt x="2358" y="3672"/>
                    </a:lnTo>
                    <a:close/>
                    <a:moveTo>
                      <a:pt x="2866" y="0"/>
                    </a:moveTo>
                    <a:cubicBezTo>
                      <a:pt x="2830" y="0"/>
                      <a:pt x="2794" y="4"/>
                      <a:pt x="2761" y="12"/>
                    </a:cubicBezTo>
                    <a:lnTo>
                      <a:pt x="1458" y="353"/>
                    </a:lnTo>
                    <a:cubicBezTo>
                      <a:pt x="1086" y="477"/>
                      <a:pt x="931" y="943"/>
                      <a:pt x="1210" y="1253"/>
                    </a:cubicBezTo>
                    <a:lnTo>
                      <a:pt x="31" y="3269"/>
                    </a:lnTo>
                    <a:cubicBezTo>
                      <a:pt x="0" y="3331"/>
                      <a:pt x="0" y="3455"/>
                      <a:pt x="31" y="3517"/>
                    </a:cubicBezTo>
                    <a:lnTo>
                      <a:pt x="993" y="5192"/>
                    </a:lnTo>
                    <a:cubicBezTo>
                      <a:pt x="1024" y="5285"/>
                      <a:pt x="1117" y="5316"/>
                      <a:pt x="1241" y="5316"/>
                    </a:cubicBezTo>
                    <a:lnTo>
                      <a:pt x="4126" y="5316"/>
                    </a:lnTo>
                    <a:cubicBezTo>
                      <a:pt x="4281" y="5316"/>
                      <a:pt x="4405" y="5192"/>
                      <a:pt x="4405" y="5037"/>
                    </a:cubicBezTo>
                    <a:lnTo>
                      <a:pt x="4405" y="3393"/>
                    </a:lnTo>
                    <a:cubicBezTo>
                      <a:pt x="4374" y="3331"/>
                      <a:pt x="4374" y="3269"/>
                      <a:pt x="4312" y="3207"/>
                    </a:cubicBezTo>
                    <a:cubicBezTo>
                      <a:pt x="4250" y="3145"/>
                      <a:pt x="4188" y="3114"/>
                      <a:pt x="4126" y="3114"/>
                    </a:cubicBezTo>
                    <a:lnTo>
                      <a:pt x="2668" y="3114"/>
                    </a:lnTo>
                    <a:lnTo>
                      <a:pt x="3102" y="2339"/>
                    </a:lnTo>
                    <a:cubicBezTo>
                      <a:pt x="3156" y="2355"/>
                      <a:pt x="3210" y="2363"/>
                      <a:pt x="3262" y="2363"/>
                    </a:cubicBezTo>
                    <a:cubicBezTo>
                      <a:pt x="3604" y="2363"/>
                      <a:pt x="3892" y="2037"/>
                      <a:pt x="3785" y="1687"/>
                    </a:cubicBezTo>
                    <a:lnTo>
                      <a:pt x="3443" y="415"/>
                    </a:lnTo>
                    <a:cubicBezTo>
                      <a:pt x="3381" y="260"/>
                      <a:pt x="3288" y="136"/>
                      <a:pt x="3164" y="74"/>
                    </a:cubicBezTo>
                    <a:cubicBezTo>
                      <a:pt x="3073" y="29"/>
                      <a:pt x="2966" y="0"/>
                      <a:pt x="286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3" name="Google Shape;773;p32"/>
              <p:cNvSpPr/>
              <p:nvPr/>
            </p:nvSpPr>
            <p:spPr>
              <a:xfrm>
                <a:off x="7294838" y="2397725"/>
                <a:ext cx="14750" cy="13975"/>
              </a:xfrm>
              <a:custGeom>
                <a:avLst/>
                <a:gdLst/>
                <a:ahLst/>
                <a:cxnLst/>
                <a:rect l="l" t="t" r="r" b="b"/>
                <a:pathLst>
                  <a:path w="590" h="559" extrusionOk="0">
                    <a:moveTo>
                      <a:pt x="280" y="1"/>
                    </a:moveTo>
                    <a:cubicBezTo>
                      <a:pt x="218" y="1"/>
                      <a:pt x="156" y="32"/>
                      <a:pt x="94" y="94"/>
                    </a:cubicBezTo>
                    <a:cubicBezTo>
                      <a:pt x="1" y="187"/>
                      <a:pt x="1" y="373"/>
                      <a:pt x="94" y="466"/>
                    </a:cubicBezTo>
                    <a:cubicBezTo>
                      <a:pt x="156" y="528"/>
                      <a:pt x="218" y="559"/>
                      <a:pt x="280" y="559"/>
                    </a:cubicBezTo>
                    <a:cubicBezTo>
                      <a:pt x="373" y="559"/>
                      <a:pt x="435" y="528"/>
                      <a:pt x="497" y="466"/>
                    </a:cubicBezTo>
                    <a:cubicBezTo>
                      <a:pt x="590" y="373"/>
                      <a:pt x="590" y="187"/>
                      <a:pt x="497" y="94"/>
                    </a:cubicBezTo>
                    <a:cubicBezTo>
                      <a:pt x="435" y="32"/>
                      <a:pt x="373" y="1"/>
                      <a:pt x="28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 name="ZoneTexte 2">
            <a:extLst>
              <a:ext uri="{FF2B5EF4-FFF2-40B4-BE49-F238E27FC236}">
                <a16:creationId xmlns:a16="http://schemas.microsoft.com/office/drawing/2014/main" id="{F7781867-369D-9B4C-0667-A7DEFDC0CB54}"/>
              </a:ext>
            </a:extLst>
          </p:cNvPr>
          <p:cNvSpPr txBox="1"/>
          <p:nvPr/>
        </p:nvSpPr>
        <p:spPr>
          <a:xfrm>
            <a:off x="298797" y="1625207"/>
            <a:ext cx="4735160" cy="338554"/>
          </a:xfrm>
          <a:prstGeom prst="rect">
            <a:avLst/>
          </a:prstGeom>
          <a:noFill/>
        </p:spPr>
        <p:txBody>
          <a:bodyPr wrap="square">
            <a:spAutoFit/>
          </a:bodyPr>
          <a:lstStyle/>
          <a:p>
            <a:r>
              <a:rPr lang="fr-FR" sz="1600" b="1" dirty="0">
                <a:latin typeface="Georgia" panose="02040502050405020303" pitchFamily="18" charset="0"/>
              </a:rPr>
              <a:t>L’éco-conception</a:t>
            </a:r>
            <a:r>
              <a:rPr lang="fr-FR" b="1" dirty="0"/>
              <a:t> </a:t>
            </a:r>
            <a:endParaRPr lang="en-US" b="1" dirty="0"/>
          </a:p>
        </p:txBody>
      </p:sp>
      <p:sp>
        <p:nvSpPr>
          <p:cNvPr id="5" name="ZoneTexte 4">
            <a:extLst>
              <a:ext uri="{FF2B5EF4-FFF2-40B4-BE49-F238E27FC236}">
                <a16:creationId xmlns:a16="http://schemas.microsoft.com/office/drawing/2014/main" id="{83A51F95-D274-20D6-F548-8E6CEB90AA41}"/>
              </a:ext>
            </a:extLst>
          </p:cNvPr>
          <p:cNvSpPr txBox="1"/>
          <p:nvPr/>
        </p:nvSpPr>
        <p:spPr>
          <a:xfrm>
            <a:off x="6002609" y="1055848"/>
            <a:ext cx="4728327" cy="338554"/>
          </a:xfrm>
          <a:prstGeom prst="rect">
            <a:avLst/>
          </a:prstGeom>
          <a:noFill/>
        </p:spPr>
        <p:txBody>
          <a:bodyPr wrap="square">
            <a:spAutoFit/>
          </a:bodyPr>
          <a:lstStyle/>
          <a:p>
            <a:r>
              <a:rPr lang="fr-FR" sz="1600" b="1" dirty="0">
                <a:latin typeface="Georgia" panose="02040502050405020303" pitchFamily="18" charset="0"/>
              </a:rPr>
              <a:t>L’écologie industrielle</a:t>
            </a:r>
            <a:endParaRPr lang="en-US" sz="1600" b="1" dirty="0">
              <a:latin typeface="Georgia" panose="02040502050405020303" pitchFamily="18" charset="0"/>
            </a:endParaRPr>
          </a:p>
        </p:txBody>
      </p:sp>
      <p:sp>
        <p:nvSpPr>
          <p:cNvPr id="7" name="ZoneTexte 6">
            <a:extLst>
              <a:ext uri="{FF2B5EF4-FFF2-40B4-BE49-F238E27FC236}">
                <a16:creationId xmlns:a16="http://schemas.microsoft.com/office/drawing/2014/main" id="{F49B0BA0-6392-1E13-2F54-E96F77717270}"/>
              </a:ext>
            </a:extLst>
          </p:cNvPr>
          <p:cNvSpPr txBox="1"/>
          <p:nvPr/>
        </p:nvSpPr>
        <p:spPr>
          <a:xfrm>
            <a:off x="5795872" y="3203738"/>
            <a:ext cx="5450680" cy="307777"/>
          </a:xfrm>
          <a:prstGeom prst="rect">
            <a:avLst/>
          </a:prstGeom>
          <a:noFill/>
        </p:spPr>
        <p:txBody>
          <a:bodyPr wrap="square">
            <a:spAutoFit/>
          </a:bodyPr>
          <a:lstStyle/>
          <a:p>
            <a:r>
              <a:rPr lang="fr-FR" b="1" dirty="0">
                <a:latin typeface="Georgia" panose="02040502050405020303" pitchFamily="18" charset="0"/>
              </a:rPr>
              <a:t>L’économie de fonctionnalité</a:t>
            </a:r>
            <a:endParaRPr lang="en-US" b="1" dirty="0">
              <a:latin typeface="Georgia" panose="02040502050405020303" pitchFamily="18" charset="0"/>
            </a:endParaRPr>
          </a:p>
        </p:txBody>
      </p:sp>
      <p:sp>
        <p:nvSpPr>
          <p:cNvPr id="9" name="ZoneTexte 8">
            <a:extLst>
              <a:ext uri="{FF2B5EF4-FFF2-40B4-BE49-F238E27FC236}">
                <a16:creationId xmlns:a16="http://schemas.microsoft.com/office/drawing/2014/main" id="{5F664523-2119-AF81-A4B3-82CC9CBCAB2B}"/>
              </a:ext>
            </a:extLst>
          </p:cNvPr>
          <p:cNvSpPr txBox="1"/>
          <p:nvPr/>
        </p:nvSpPr>
        <p:spPr>
          <a:xfrm>
            <a:off x="384495" y="2167308"/>
            <a:ext cx="1865512" cy="1169551"/>
          </a:xfrm>
          <a:prstGeom prst="rect">
            <a:avLst/>
          </a:prstGeom>
          <a:noFill/>
        </p:spPr>
        <p:txBody>
          <a:bodyPr wrap="square">
            <a:spAutoFit/>
          </a:bodyPr>
          <a:lstStyle/>
          <a:p>
            <a:r>
              <a:rPr lang="fr-FR" dirty="0"/>
              <a:t>un meilleur usage des matières, et facilite la recyclabilité et le réemploi des produits</a:t>
            </a:r>
            <a:endParaRPr lang="en-US" dirty="0"/>
          </a:p>
        </p:txBody>
      </p:sp>
      <p:sp>
        <p:nvSpPr>
          <p:cNvPr id="11" name="ZoneTexte 10">
            <a:extLst>
              <a:ext uri="{FF2B5EF4-FFF2-40B4-BE49-F238E27FC236}">
                <a16:creationId xmlns:a16="http://schemas.microsoft.com/office/drawing/2014/main" id="{04EBE7D0-BB0B-55C6-B623-66648EF36E3E}"/>
              </a:ext>
            </a:extLst>
          </p:cNvPr>
          <p:cNvSpPr txBox="1"/>
          <p:nvPr/>
        </p:nvSpPr>
        <p:spPr>
          <a:xfrm>
            <a:off x="6184363" y="1637177"/>
            <a:ext cx="1976890" cy="1169551"/>
          </a:xfrm>
          <a:prstGeom prst="rect">
            <a:avLst/>
          </a:prstGeom>
          <a:noFill/>
        </p:spPr>
        <p:txBody>
          <a:bodyPr wrap="square">
            <a:spAutoFit/>
          </a:bodyPr>
          <a:lstStyle/>
          <a:p>
            <a:r>
              <a:rPr lang="fr-FR" dirty="0"/>
              <a:t>maîtriser les flux de matières et d’énergies, mais à l’échelle d’un territoire, et non plus d’un produit</a:t>
            </a:r>
            <a:endParaRPr lang="en-US" dirty="0"/>
          </a:p>
        </p:txBody>
      </p:sp>
    </p:spTree>
  </p:cSld>
  <p:clrMapOvr>
    <a:masterClrMapping/>
  </p:clrMapOvr>
</p:sld>
</file>

<file path=ppt/theme/theme1.xml><?xml version="1.0" encoding="utf-8"?>
<a:theme xmlns:a="http://schemas.openxmlformats.org/drawingml/2006/main" name="Recycling Process Infographics by Slidesgo">
  <a:themeElements>
    <a:clrScheme name="Simple Light">
      <a:dk1>
        <a:srgbClr val="191919"/>
      </a:dk1>
      <a:lt1>
        <a:srgbClr val="FFFFFF"/>
      </a:lt1>
      <a:dk2>
        <a:srgbClr val="79B2FF"/>
      </a:dk2>
      <a:lt2>
        <a:srgbClr val="91DEF5"/>
      </a:lt2>
      <a:accent1>
        <a:srgbClr val="DFF6FC"/>
      </a:accent1>
      <a:accent2>
        <a:srgbClr val="FFCB7C"/>
      </a:accent2>
      <a:accent3>
        <a:srgbClr val="FFEDD1"/>
      </a:accent3>
      <a:accent4>
        <a:srgbClr val="78D0A9"/>
      </a:accent4>
      <a:accent5>
        <a:srgbClr val="D8EC84"/>
      </a:accent5>
      <a:accent6>
        <a:srgbClr val="F6838D"/>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588</TotalTime>
  <Words>319</Words>
  <Application>Microsoft Office PowerPoint</Application>
  <PresentationFormat>Affichage à l'écran (16:9)</PresentationFormat>
  <Paragraphs>40</Paragraphs>
  <Slides>7</Slides>
  <Notes>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7</vt:i4>
      </vt:variant>
    </vt:vector>
  </HeadingPairs>
  <TitlesOfParts>
    <vt:vector size="13" baseType="lpstr">
      <vt:lpstr>Bebas Neue</vt:lpstr>
      <vt:lpstr>Fira Sans Extra Condensed SemiBold</vt:lpstr>
      <vt:lpstr>Georgia</vt:lpstr>
      <vt:lpstr>Roboto</vt:lpstr>
      <vt:lpstr>Arial</vt:lpstr>
      <vt:lpstr>Recycling Process Infographics by Slidesgo</vt:lpstr>
      <vt:lpstr>Présentation PowerPoint</vt:lpstr>
      <vt:lpstr>Analyse de Cycle de vie d’un produit</vt:lpstr>
      <vt:lpstr> Le cycle de vie : c’est quoi ? </vt:lpstr>
      <vt:lpstr>À quoi servent les analyses de cycle de vie ?</vt:lpstr>
      <vt:lpstr>Cycle de vie de produit</vt:lpstr>
      <vt:lpstr>Analyse de Cycle de vie</vt:lpstr>
      <vt:lpstr>Les composants de l'économie circulaire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Cycle de vie d’un produit</dc:title>
  <cp:lastModifiedBy>Saleh Hassan</cp:lastModifiedBy>
  <cp:revision>9</cp:revision>
  <dcterms:modified xsi:type="dcterms:W3CDTF">2022-11-08T16:09:42Z</dcterms:modified>
</cp:coreProperties>
</file>